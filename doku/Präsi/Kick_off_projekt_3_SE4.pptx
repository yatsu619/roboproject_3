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9" r:id="rId3"/>
    <p:sldId id="260" r:id="rId4"/>
    <p:sldId id="261" r:id="rId5"/>
    <p:sldId id="262" r:id="rId6"/>
    <p:sldId id="263" r:id="rId7"/>
    <p:sldId id="264" r:id="rId8"/>
    <p:sldId id="265" r:id="rId9"/>
    <p:sldId id="266" r:id="rId10"/>
    <p:sldId id="267" r:id="rId11"/>
    <p:sldId id="268" r:id="rId12"/>
    <p:sldId id="395" r:id="rId13"/>
    <p:sldId id="396"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42" autoAdjust="0"/>
    <p:restoredTop sz="94660"/>
  </p:normalViewPr>
  <p:slideViewPr>
    <p:cSldViewPr snapToGrid="0">
      <p:cViewPr varScale="1">
        <p:scale>
          <a:sx n="82" d="100"/>
          <a:sy n="82" d="100"/>
        </p:scale>
        <p:origin x="51"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7:04:54.537"/>
    </inkml:context>
    <inkml:brush xml:id="br0">
      <inkml:brushProperty name="width" value="0.035" units="cm"/>
      <inkml:brushProperty name="height" value="0.035" units="cm"/>
      <inkml:brushProperty name="color" value="#E71224"/>
    </inkml:brush>
  </inkml:definitions>
  <inkml:trace contextRef="#ctx0" brushRef="#br0">0 0 17073,'2803'11'0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9T17:04:56.957"/>
    </inkml:context>
    <inkml:brush xml:id="br0">
      <inkml:brushProperty name="width" value="0.035" units="cm"/>
      <inkml:brushProperty name="height" value="0.035" units="cm"/>
      <inkml:brushProperty name="color" value="#E71224"/>
    </inkml:brush>
  </inkml:definitions>
  <inkml:trace contextRef="#ctx0" brushRef="#br0">1 25 6072 0 0,'0'0'264'0'0,"3"-5"64"0"0,2 3-264 0 0,-2-2-64 0 0,0-1 0 0 0,-3 3-144 0 0,2-5-48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7:05:28.477"/>
    </inkml:context>
    <inkml:brush xml:id="br0">
      <inkml:brushProperty name="width" value="0.035" units="cm"/>
      <inkml:brushProperty name="height" value="0.035" units="cm"/>
      <inkml:brushProperty name="color" value="#E71224"/>
    </inkml:brush>
  </inkml:definitions>
  <inkml:trace contextRef="#ctx0" brushRef="#br0">0 0 21186,'4346'1990'0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618E87-A04B-4EE3-AB4D-C919D82BBEDA}" type="datetimeFigureOut">
              <a:rPr lang="de-DE" smtClean="0"/>
              <a:t>29.03.2026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B28E36-3B4F-4485-BEB9-EF2EE409B1FD}" type="slidenum">
              <a:rPr lang="de-DE" smtClean="0"/>
              <a:t>‹Nr.›</a:t>
            </a:fld>
            <a:endParaRPr lang="de-DE"/>
          </a:p>
        </p:txBody>
      </p:sp>
    </p:spTree>
    <p:extLst>
      <p:ext uri="{BB962C8B-B14F-4D97-AF65-F5344CB8AC3E}">
        <p14:creationId xmlns:p14="http://schemas.microsoft.com/office/powerpoint/2010/main" val="3027996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758EFC-08ED-CAFC-D87C-D01735963D2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ADAA434E-82C6-CDFB-3592-EC795F8B54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EDD770EE-7384-911B-1AE5-98355D0FFB0C}"/>
              </a:ext>
            </a:extLst>
          </p:cNvPr>
          <p:cNvSpPr>
            <a:spLocks noGrp="1"/>
          </p:cNvSpPr>
          <p:nvPr>
            <p:ph type="dt" sz="half" idx="10"/>
          </p:nvPr>
        </p:nvSpPr>
        <p:spPr/>
        <p:txBody>
          <a:bodyPr/>
          <a:lstStyle/>
          <a:p>
            <a:fld id="{73B14553-E8D5-4A40-8164-7F1681160560}" type="datetime1">
              <a:rPr lang="de-DE" smtClean="0"/>
              <a:t>29.03.2026</a:t>
            </a:fld>
            <a:endParaRPr lang="de-DE"/>
          </a:p>
        </p:txBody>
      </p:sp>
      <p:sp>
        <p:nvSpPr>
          <p:cNvPr id="5" name="Fußzeilenplatzhalter 4">
            <a:extLst>
              <a:ext uri="{FF2B5EF4-FFF2-40B4-BE49-F238E27FC236}">
                <a16:creationId xmlns:a16="http://schemas.microsoft.com/office/drawing/2014/main" id="{2FB5BE82-4081-21BB-967C-A9C50DE6F71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53F5416-F624-1F37-41F5-EDA96BEE5B10}"/>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4075073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67C4B8-30EC-1997-B807-B55400162412}"/>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0765480-BA55-8BB3-A89E-B2C2478BAC4E}"/>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47040E0-6E1C-B968-270B-B598F381E9F9}"/>
              </a:ext>
            </a:extLst>
          </p:cNvPr>
          <p:cNvSpPr>
            <a:spLocks noGrp="1"/>
          </p:cNvSpPr>
          <p:nvPr>
            <p:ph type="dt" sz="half" idx="10"/>
          </p:nvPr>
        </p:nvSpPr>
        <p:spPr/>
        <p:txBody>
          <a:bodyPr/>
          <a:lstStyle/>
          <a:p>
            <a:fld id="{44EC0E1C-A94D-4057-9B6C-F11A31163057}" type="datetime1">
              <a:rPr lang="de-DE" smtClean="0"/>
              <a:t>29.03.2026</a:t>
            </a:fld>
            <a:endParaRPr lang="de-DE"/>
          </a:p>
        </p:txBody>
      </p:sp>
      <p:sp>
        <p:nvSpPr>
          <p:cNvPr id="5" name="Fußzeilenplatzhalter 4">
            <a:extLst>
              <a:ext uri="{FF2B5EF4-FFF2-40B4-BE49-F238E27FC236}">
                <a16:creationId xmlns:a16="http://schemas.microsoft.com/office/drawing/2014/main" id="{F07300CA-FD9C-F981-0027-65692854077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9CD88FA-360C-9B1E-9999-7ED2B8BCB817}"/>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427837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4BBBD-4E8A-F212-2E9E-149780C156C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D2CDFB74-9CB9-CA50-A8C3-FEBA9AAEFE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BC8F9E1-7B2E-A13D-2E4C-5D83E99EBF64}"/>
              </a:ext>
            </a:extLst>
          </p:cNvPr>
          <p:cNvSpPr>
            <a:spLocks noGrp="1"/>
          </p:cNvSpPr>
          <p:nvPr>
            <p:ph type="dt" sz="half" idx="10"/>
          </p:nvPr>
        </p:nvSpPr>
        <p:spPr/>
        <p:txBody>
          <a:bodyPr/>
          <a:lstStyle/>
          <a:p>
            <a:fld id="{2A6BCC14-EBE9-43E3-95B9-4810CAED707C}" type="datetime1">
              <a:rPr lang="de-DE" smtClean="0"/>
              <a:t>29.03.2026</a:t>
            </a:fld>
            <a:endParaRPr lang="de-DE"/>
          </a:p>
        </p:txBody>
      </p:sp>
      <p:sp>
        <p:nvSpPr>
          <p:cNvPr id="5" name="Fußzeilenplatzhalter 4">
            <a:extLst>
              <a:ext uri="{FF2B5EF4-FFF2-40B4-BE49-F238E27FC236}">
                <a16:creationId xmlns:a16="http://schemas.microsoft.com/office/drawing/2014/main" id="{89452608-7B5B-55C1-2E0A-CD06594570C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CB56247-93EC-07D3-7951-7DC52FAF4583}"/>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1064737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1DA6E4-F264-5FEB-DA18-4A23F332140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48CE40-98BA-6EB4-9038-40F7E3FD1ED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1135359-8D7F-B391-2455-EABEEF7513F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23F3361-26D1-4808-CB60-C2DEF3841658}"/>
              </a:ext>
            </a:extLst>
          </p:cNvPr>
          <p:cNvSpPr>
            <a:spLocks noGrp="1"/>
          </p:cNvSpPr>
          <p:nvPr>
            <p:ph type="dt" sz="half" idx="10"/>
          </p:nvPr>
        </p:nvSpPr>
        <p:spPr/>
        <p:txBody>
          <a:bodyPr/>
          <a:lstStyle/>
          <a:p>
            <a:fld id="{BEA39F3F-43E9-4339-A9D0-2F6165C947D5}" type="datetime1">
              <a:rPr lang="de-DE" smtClean="0"/>
              <a:t>29.03.2026</a:t>
            </a:fld>
            <a:endParaRPr lang="de-DE"/>
          </a:p>
        </p:txBody>
      </p:sp>
      <p:sp>
        <p:nvSpPr>
          <p:cNvPr id="6" name="Fußzeilenplatzhalter 5">
            <a:extLst>
              <a:ext uri="{FF2B5EF4-FFF2-40B4-BE49-F238E27FC236}">
                <a16:creationId xmlns:a16="http://schemas.microsoft.com/office/drawing/2014/main" id="{BC3864D3-0EBB-AA29-66E0-A32DFFF20D3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3656FE4-2A48-6A46-E080-115D2C29A054}"/>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1315950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B753E4-FF7C-7286-051E-8F44DD9BD1BF}"/>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92114691-23C3-4634-8BFF-DD3E1ADA05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B81C9E-DCAC-ED82-DA75-19017B67CF3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CBE0200A-1F6A-86F0-E966-5E0935CC3B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3B214CD-A0BA-F47D-8EE5-B1F363602F58}"/>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D00744B6-4BBD-B660-39AF-2FE562C72E6A}"/>
              </a:ext>
            </a:extLst>
          </p:cNvPr>
          <p:cNvSpPr>
            <a:spLocks noGrp="1"/>
          </p:cNvSpPr>
          <p:nvPr>
            <p:ph type="dt" sz="half" idx="10"/>
          </p:nvPr>
        </p:nvSpPr>
        <p:spPr/>
        <p:txBody>
          <a:bodyPr/>
          <a:lstStyle/>
          <a:p>
            <a:fld id="{C087220A-A0CD-43B9-AE53-F3C1BC15603A}" type="datetime1">
              <a:rPr lang="de-DE" smtClean="0"/>
              <a:t>29.03.2026</a:t>
            </a:fld>
            <a:endParaRPr lang="de-DE"/>
          </a:p>
        </p:txBody>
      </p:sp>
      <p:sp>
        <p:nvSpPr>
          <p:cNvPr id="8" name="Fußzeilenplatzhalter 7">
            <a:extLst>
              <a:ext uri="{FF2B5EF4-FFF2-40B4-BE49-F238E27FC236}">
                <a16:creationId xmlns:a16="http://schemas.microsoft.com/office/drawing/2014/main" id="{1DB89E5B-712C-3E7C-B498-E600B171F495}"/>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C42766F9-CBDC-1A34-4E77-1632490CAC24}"/>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314257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B357BC-6571-51A1-D85D-0AB28C213C5F}"/>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761DA56-5E76-0572-4105-A21B14D25CA0}"/>
              </a:ext>
            </a:extLst>
          </p:cNvPr>
          <p:cNvSpPr>
            <a:spLocks noGrp="1"/>
          </p:cNvSpPr>
          <p:nvPr>
            <p:ph type="dt" sz="half" idx="10"/>
          </p:nvPr>
        </p:nvSpPr>
        <p:spPr/>
        <p:txBody>
          <a:bodyPr/>
          <a:lstStyle/>
          <a:p>
            <a:fld id="{726ED996-EF48-422A-860D-160FEFADE41E}" type="datetime1">
              <a:rPr lang="de-DE" smtClean="0"/>
              <a:t>29.03.2026</a:t>
            </a:fld>
            <a:endParaRPr lang="de-DE"/>
          </a:p>
        </p:txBody>
      </p:sp>
      <p:sp>
        <p:nvSpPr>
          <p:cNvPr id="4" name="Fußzeilenplatzhalter 3">
            <a:extLst>
              <a:ext uri="{FF2B5EF4-FFF2-40B4-BE49-F238E27FC236}">
                <a16:creationId xmlns:a16="http://schemas.microsoft.com/office/drawing/2014/main" id="{DD93CD6D-816B-BBA1-0534-45DD734B6480}"/>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ED6150EA-69EF-60C7-C0D4-5E3F94927908}"/>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2156989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8FE0A1E-2A71-0EF4-B9B0-95CA8ED69535}"/>
              </a:ext>
            </a:extLst>
          </p:cNvPr>
          <p:cNvSpPr>
            <a:spLocks noGrp="1"/>
          </p:cNvSpPr>
          <p:nvPr>
            <p:ph type="dt" sz="half" idx="10"/>
          </p:nvPr>
        </p:nvSpPr>
        <p:spPr/>
        <p:txBody>
          <a:bodyPr/>
          <a:lstStyle/>
          <a:p>
            <a:fld id="{E94405EC-BB90-4243-BA7D-5AFFB0C5D5DF}" type="datetime1">
              <a:rPr lang="de-DE" smtClean="0"/>
              <a:t>29.03.2026</a:t>
            </a:fld>
            <a:endParaRPr lang="de-DE"/>
          </a:p>
        </p:txBody>
      </p:sp>
      <p:sp>
        <p:nvSpPr>
          <p:cNvPr id="3" name="Fußzeilenplatzhalter 2">
            <a:extLst>
              <a:ext uri="{FF2B5EF4-FFF2-40B4-BE49-F238E27FC236}">
                <a16:creationId xmlns:a16="http://schemas.microsoft.com/office/drawing/2014/main" id="{D669A737-43B1-242A-510C-55BADC376071}"/>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AB53F88E-9BB2-15D4-3E93-36973AD92C99}"/>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1499118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2D233E-273A-DBC1-4E70-3E674AA5D73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A0895015-D609-D2BE-270D-8E030F47E3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ABC1933E-11F5-7972-0C20-13923E1AC5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85A21C3-17EA-CB3B-9560-C822CB18A1B8}"/>
              </a:ext>
            </a:extLst>
          </p:cNvPr>
          <p:cNvSpPr>
            <a:spLocks noGrp="1"/>
          </p:cNvSpPr>
          <p:nvPr>
            <p:ph type="dt" sz="half" idx="10"/>
          </p:nvPr>
        </p:nvSpPr>
        <p:spPr/>
        <p:txBody>
          <a:bodyPr/>
          <a:lstStyle/>
          <a:p>
            <a:fld id="{E3E79D38-7786-4695-84D6-77639DAA8889}" type="datetime1">
              <a:rPr lang="de-DE" smtClean="0"/>
              <a:t>29.03.2026</a:t>
            </a:fld>
            <a:endParaRPr lang="de-DE"/>
          </a:p>
        </p:txBody>
      </p:sp>
      <p:sp>
        <p:nvSpPr>
          <p:cNvPr id="6" name="Fußzeilenplatzhalter 5">
            <a:extLst>
              <a:ext uri="{FF2B5EF4-FFF2-40B4-BE49-F238E27FC236}">
                <a16:creationId xmlns:a16="http://schemas.microsoft.com/office/drawing/2014/main" id="{5CC1AF59-A0FB-DC29-EEE8-D9293E2DEFE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FDD8B7F-F106-FCFD-D0B2-EC8260F4AC92}"/>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2745110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3F6674-07A7-06E0-0E2C-E80B06C6DEB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650A1F9D-2FD5-E581-00B0-2D33649AD7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4E39365-E6BE-4732-E17D-6B407022E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78F3F7B-BE8F-E3F1-BBEC-315436CC6AE5}"/>
              </a:ext>
            </a:extLst>
          </p:cNvPr>
          <p:cNvSpPr>
            <a:spLocks noGrp="1"/>
          </p:cNvSpPr>
          <p:nvPr>
            <p:ph type="dt" sz="half" idx="10"/>
          </p:nvPr>
        </p:nvSpPr>
        <p:spPr/>
        <p:txBody>
          <a:bodyPr/>
          <a:lstStyle/>
          <a:p>
            <a:fld id="{53249FC0-C016-428C-856E-CADE4DF82E3D}" type="datetime1">
              <a:rPr lang="de-DE" smtClean="0"/>
              <a:t>29.03.2026</a:t>
            </a:fld>
            <a:endParaRPr lang="de-DE"/>
          </a:p>
        </p:txBody>
      </p:sp>
      <p:sp>
        <p:nvSpPr>
          <p:cNvPr id="6" name="Fußzeilenplatzhalter 5">
            <a:extLst>
              <a:ext uri="{FF2B5EF4-FFF2-40B4-BE49-F238E27FC236}">
                <a16:creationId xmlns:a16="http://schemas.microsoft.com/office/drawing/2014/main" id="{630DCA0F-47DB-DE85-C365-BF0F8FC8DAC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D9AB21B-130C-80B6-8EBC-E3C625090D65}"/>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1533392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392C20-96BF-5914-4F65-613B5B91F97E}"/>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C3E4A389-7FFF-434F-1873-05E1C3813BE7}"/>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E2B684F-5FCB-690D-8857-2DEDF18F20A9}"/>
              </a:ext>
            </a:extLst>
          </p:cNvPr>
          <p:cNvSpPr>
            <a:spLocks noGrp="1"/>
          </p:cNvSpPr>
          <p:nvPr>
            <p:ph type="dt" sz="half" idx="10"/>
          </p:nvPr>
        </p:nvSpPr>
        <p:spPr/>
        <p:txBody>
          <a:bodyPr/>
          <a:lstStyle/>
          <a:p>
            <a:fld id="{2BBB33A1-8668-41BB-875A-FA6877FFD088}" type="datetime1">
              <a:rPr lang="de-DE" smtClean="0"/>
              <a:t>29.03.2026</a:t>
            </a:fld>
            <a:endParaRPr lang="de-DE"/>
          </a:p>
        </p:txBody>
      </p:sp>
      <p:sp>
        <p:nvSpPr>
          <p:cNvPr id="5" name="Fußzeilenplatzhalter 4">
            <a:extLst>
              <a:ext uri="{FF2B5EF4-FFF2-40B4-BE49-F238E27FC236}">
                <a16:creationId xmlns:a16="http://schemas.microsoft.com/office/drawing/2014/main" id="{9FC03153-24BF-9E2F-5447-30B40547D50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7C99742-B034-9CA8-FB29-53222EFD6B78}"/>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1082566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852D13B4-A9E8-576A-2F1E-5F5AB12E1EC2}"/>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5F5473B7-D2CA-9848-A3A4-45A37F49B95E}"/>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D00CA92-1AF8-11B3-19D0-5DB72EA06234}"/>
              </a:ext>
            </a:extLst>
          </p:cNvPr>
          <p:cNvSpPr>
            <a:spLocks noGrp="1"/>
          </p:cNvSpPr>
          <p:nvPr>
            <p:ph type="dt" sz="half" idx="10"/>
          </p:nvPr>
        </p:nvSpPr>
        <p:spPr/>
        <p:txBody>
          <a:bodyPr/>
          <a:lstStyle/>
          <a:p>
            <a:fld id="{451DEBAA-238F-4744-8897-8FD452FE91D3}" type="datetime1">
              <a:rPr lang="de-DE" smtClean="0"/>
              <a:t>29.03.2026</a:t>
            </a:fld>
            <a:endParaRPr lang="de-DE"/>
          </a:p>
        </p:txBody>
      </p:sp>
      <p:sp>
        <p:nvSpPr>
          <p:cNvPr id="5" name="Fußzeilenplatzhalter 4">
            <a:extLst>
              <a:ext uri="{FF2B5EF4-FFF2-40B4-BE49-F238E27FC236}">
                <a16:creationId xmlns:a16="http://schemas.microsoft.com/office/drawing/2014/main" id="{5C46B3E1-7B31-341D-D078-861EB0087A5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9AE8E3F-C63E-40EA-5BA5-538F45FA6371}"/>
              </a:ext>
            </a:extLst>
          </p:cNvPr>
          <p:cNvSpPr>
            <a:spLocks noGrp="1"/>
          </p:cNvSpPr>
          <p:nvPr>
            <p:ph type="sldNum" sz="quarter" idx="12"/>
          </p:nvPr>
        </p:nvSpPr>
        <p:spPr/>
        <p:txBody>
          <a:bodyPr/>
          <a:lstStyle/>
          <a:p>
            <a:fld id="{BBF5BBE7-E33E-4363-976A-4A648584451E}" type="slidenum">
              <a:rPr lang="de-DE" smtClean="0"/>
              <a:t>‹Nr.›</a:t>
            </a:fld>
            <a:endParaRPr lang="de-DE"/>
          </a:p>
        </p:txBody>
      </p:sp>
    </p:spTree>
    <p:extLst>
      <p:ext uri="{BB962C8B-B14F-4D97-AF65-F5344CB8AC3E}">
        <p14:creationId xmlns:p14="http://schemas.microsoft.com/office/powerpoint/2010/main" val="3948206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Titel und 2 Spalte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uppieren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hteck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dirty="0"/>
            </a:p>
          </p:txBody>
        </p:sp>
        <p:pic>
          <p:nvPicPr>
            <p:cNvPr id="6" name="Bild 5" descr="Eine blaue und lilafarbene Spirale&#10;&#10;Automatisch generierte Beschreibung">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uppieren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fik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defPPr>
                  <a:defRPr lang="de-DE"/>
                </a:defPPr>
              </a:lstStyle>
              <a:p>
                <a:pPr rtl="0"/>
                <a:endParaRPr lang="de-DE" dirty="0"/>
              </a:p>
            </p:txBody>
          </p:sp>
          <p:sp>
            <p:nvSpPr>
              <p:cNvPr id="12" name="Grafik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de-DE"/>
                </a:defPPr>
              </a:lstStyle>
              <a:p>
                <a:pPr rtl="0"/>
                <a:endParaRPr lang="de-DE" dirty="0"/>
              </a:p>
            </p:txBody>
          </p:sp>
          <p:sp>
            <p:nvSpPr>
              <p:cNvPr id="13" name="Grafik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de-DE"/>
                </a:defPPr>
              </a:lstStyle>
              <a:p>
                <a:pPr rtl="0"/>
                <a:endParaRPr lang="de-DE" dirty="0"/>
              </a:p>
            </p:txBody>
          </p:sp>
        </p:grpSp>
        <p:grpSp>
          <p:nvGrpSpPr>
            <p:cNvPr id="8" name="Gruppieren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fik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defPPr>
                  <a:defRPr lang="de-DE"/>
                </a:defPPr>
              </a:lstStyle>
              <a:p>
                <a:pPr rtl="0"/>
                <a:endParaRPr lang="de-DE" dirty="0"/>
              </a:p>
            </p:txBody>
          </p:sp>
          <p:sp>
            <p:nvSpPr>
              <p:cNvPr id="10" name="Grafik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de-DE"/>
                </a:defPPr>
              </a:lstStyle>
              <a:p>
                <a:pPr rtl="0"/>
                <a:endParaRPr lang="de-DE" dirty="0"/>
              </a:p>
            </p:txBody>
          </p:sp>
        </p:grpSp>
      </p:grpSp>
      <p:cxnSp>
        <p:nvCxnSpPr>
          <p:cNvPr id="14" name="Gerader Verbinde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rtlCol="0" anchor="b">
            <a:noAutofit/>
          </a:bodyPr>
          <a:lstStyle>
            <a:lvl1pPr algn="l">
              <a:defRPr lang="de-DE" sz="3200" cap="all" spc="0" baseline="0">
                <a:solidFill>
                  <a:schemeClr val="accent3">
                    <a:lumMod val="75000"/>
                  </a:schemeClr>
                </a:solidFill>
              </a:defRPr>
            </a:lvl1pPr>
          </a:lstStyle>
          <a:p>
            <a:pPr rtl="0"/>
            <a:r>
              <a:rPr lang="de-DE"/>
              <a:t>Titel durch Klicken hinzufügen</a:t>
            </a:r>
          </a:p>
        </p:txBody>
      </p:sp>
      <p:sp>
        <p:nvSpPr>
          <p:cNvPr id="5" name="Inhaltsplatzhalt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rtlCol="0"/>
          <a:lstStyle>
            <a:lvl1pPr marL="0" indent="0">
              <a:lnSpc>
                <a:spcPct val="120000"/>
              </a:lnSpc>
              <a:spcBef>
                <a:spcPts val="1000"/>
              </a:spcBef>
              <a:buClr>
                <a:schemeClr val="accent6"/>
              </a:buClr>
              <a:buFont typeface="Arial" panose="020B0604020202020204" pitchFamily="34" charset="0"/>
              <a:buNone/>
              <a:defRPr lang="de-DE"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lang="de-DE"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lang="de-DE"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lang="de-DE" sz="1800" spc="0">
                <a:solidFill>
                  <a:schemeClr val="bg1"/>
                </a:solidFill>
              </a:defRPr>
            </a:lvl4pPr>
          </a:lstStyle>
          <a:p>
            <a:pPr lvl="0" rtl="0"/>
            <a:r>
              <a:rPr lang="de-DE"/>
              <a:t>Klicken, um Inhalt hinzuzufügen</a:t>
            </a:r>
          </a:p>
          <a:p>
            <a:pPr lvl="1" rtl="0"/>
            <a:r>
              <a:rPr lang="de-DE"/>
              <a:t>Zweite Ebene</a:t>
            </a:r>
          </a:p>
          <a:p>
            <a:pPr lvl="2" rtl="0"/>
            <a:r>
              <a:rPr lang="de-DE"/>
              <a:t>Dritte Ebene</a:t>
            </a:r>
          </a:p>
          <a:p>
            <a:pPr lvl="3" rtl="0"/>
            <a:r>
              <a:rPr lang="de-DE"/>
              <a:t>Vierte Ebene</a:t>
            </a:r>
          </a:p>
        </p:txBody>
      </p:sp>
      <p:sp>
        <p:nvSpPr>
          <p:cNvPr id="21" name="Inhaltsplatzhalt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rtlCol="0"/>
          <a:lstStyle>
            <a:lvl1pPr marL="0" indent="0">
              <a:lnSpc>
                <a:spcPct val="120000"/>
              </a:lnSpc>
              <a:spcBef>
                <a:spcPts val="1000"/>
              </a:spcBef>
              <a:buClr>
                <a:schemeClr val="accent6"/>
              </a:buClr>
              <a:buFont typeface="Arial" panose="020B0604020202020204" pitchFamily="34" charset="0"/>
              <a:buNone/>
              <a:defRPr lang="de-DE"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lang="de-DE"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lang="de-DE"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lang="de-DE" sz="1800" spc="0">
                <a:solidFill>
                  <a:schemeClr val="bg1"/>
                </a:solidFill>
              </a:defRPr>
            </a:lvl4pPr>
          </a:lstStyle>
          <a:p>
            <a:pPr lvl="0" rtl="0"/>
            <a:r>
              <a:rPr lang="de-DE"/>
              <a:t>Klicken, um Inhalt hinzuzufügen</a:t>
            </a:r>
          </a:p>
          <a:p>
            <a:pPr lvl="1" rtl="0"/>
            <a:r>
              <a:rPr lang="de-DE"/>
              <a:t>Zweite Ebene</a:t>
            </a:r>
          </a:p>
          <a:p>
            <a:pPr lvl="2" rtl="0"/>
            <a:r>
              <a:rPr lang="de-DE"/>
              <a:t>Dritte Ebene</a:t>
            </a:r>
          </a:p>
          <a:p>
            <a:pPr lvl="3" rtl="0"/>
            <a:r>
              <a:rPr lang="de-DE"/>
              <a:t>Vierte Ebene</a:t>
            </a:r>
          </a:p>
        </p:txBody>
      </p:sp>
      <p:sp>
        <p:nvSpPr>
          <p:cNvPr id="15" name="Fußzeilenplatzhalt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rtlCol="0">
            <a:noAutofit/>
          </a:bodyPr>
          <a:lstStyle>
            <a:lvl1pPr algn="l">
              <a:defRPr lang="de-DE" sz="1200" spc="0">
                <a:solidFill>
                  <a:schemeClr val="bg1"/>
                </a:solidFill>
              </a:defRPr>
            </a:lvl1pPr>
          </a:lstStyle>
          <a:p>
            <a:pPr rtl="0"/>
            <a:r>
              <a:rPr lang="de-DE"/>
              <a:t>Präsentationstitel</a:t>
            </a:r>
          </a:p>
        </p:txBody>
      </p:sp>
      <p:sp>
        <p:nvSpPr>
          <p:cNvPr id="16" name="Foliennummernplatzhalt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rtlCol="0">
            <a:noAutofit/>
          </a:bodyPr>
          <a:lstStyle>
            <a:lvl1pPr>
              <a:defRPr lang="de-DE" sz="1200">
                <a:solidFill>
                  <a:schemeClr val="bg1"/>
                </a:solidFill>
              </a:defRPr>
            </a:lvl1pPr>
          </a:lstStyle>
          <a:p>
            <a:pPr rtl="0"/>
            <a:fld id="{FE024F78-56A6-7740-B68D-8D4D026EDF3F}" type="slidenum">
              <a:rPr lang="de-DE" smtClean="0"/>
              <a:pPr rtl="0"/>
              <a:t>‹Nr.›</a:t>
            </a:fld>
            <a:endParaRPr lang="de-DE" dirty="0"/>
          </a:p>
        </p:txBody>
      </p:sp>
    </p:spTree>
    <p:extLst>
      <p:ext uri="{BB962C8B-B14F-4D97-AF65-F5344CB8AC3E}">
        <p14:creationId xmlns:p14="http://schemas.microsoft.com/office/powerpoint/2010/main" val="25186378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54E34DC-DEDF-391F-6C38-C3512509E7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B2E5C099-28DC-FD0A-FFBB-56DED2BE40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C62E44D-7AA9-653A-9D8C-91C1F7F00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7799C5-3A35-49B3-B858-2B4BF49B7BCB}" type="datetime1">
              <a:rPr lang="de-DE" smtClean="0"/>
              <a:t>29.03.2026</a:t>
            </a:fld>
            <a:endParaRPr lang="de-DE"/>
          </a:p>
        </p:txBody>
      </p:sp>
      <p:sp>
        <p:nvSpPr>
          <p:cNvPr id="5" name="Fußzeilenplatzhalter 4">
            <a:extLst>
              <a:ext uri="{FF2B5EF4-FFF2-40B4-BE49-F238E27FC236}">
                <a16:creationId xmlns:a16="http://schemas.microsoft.com/office/drawing/2014/main" id="{4B08C104-A898-21E7-A262-30BA1070A0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DCF3BBA2-3BBB-2806-C08F-C5A05041A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F5BBE7-E33E-4363-976A-4A648584451E}" type="slidenum">
              <a:rPr lang="de-DE" smtClean="0"/>
              <a:t>‹Nr.›</a:t>
            </a:fld>
            <a:endParaRPr lang="de-DE"/>
          </a:p>
        </p:txBody>
      </p:sp>
    </p:spTree>
    <p:extLst>
      <p:ext uri="{BB962C8B-B14F-4D97-AF65-F5344CB8AC3E}">
        <p14:creationId xmlns:p14="http://schemas.microsoft.com/office/powerpoint/2010/main" val="2159087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C009DC-F0EC-2A27-9DC9-640D115A81D8}"/>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5FD235EA-5875-A34F-1979-34CCF3C705D9}"/>
              </a:ext>
            </a:extLst>
          </p:cNvPr>
          <p:cNvSpPr>
            <a:spLocks noGrp="1"/>
          </p:cNvSpPr>
          <p:nvPr>
            <p:ph type="subTitle" idx="1"/>
          </p:nvPr>
        </p:nvSpPr>
        <p:spPr/>
        <p:txBody>
          <a:bodyPr/>
          <a:lstStyle/>
          <a:p>
            <a:endParaRPr lang="de-DE"/>
          </a:p>
        </p:txBody>
      </p:sp>
      <p:pic>
        <p:nvPicPr>
          <p:cNvPr id="1026" name="Picture 2" descr="A black-and-white illustration in the style of a precise pencil sketch shows a three-axis gantry robot spanning across the scene with a clean, technical aesthetic. The structure of the portal robot is rigid and geometric, composed of straight beams and linear guide rails, giving a clear impression of stability, precision, and industrial functionality. Fine pencil shading and cross-hatching emphasize the metallic surfaces and mechanical joints, creating depth while maintaining a minimalist engineering look.&#10;&#10;Beneath the gantry robot runs a straight conveyor belt, drawn with subtle perspective so that it leads the viewer’s eye through the composition. The conveyor belt surface is textured lightly, suggesting motion and practicality without distracting from the main subject. On the belt, several small flat plastic plates are arranged in an orderly manner, symbolizing the workpieces to be handled by the system.&#10;&#10;Centered above the conveyor belt, suspended from the vertical axis of the gantry, a single suction nozzle is shown hovering precisely over one plastic plate. The nozzle appears connected via a slim mechanical mount or tube, emphasizing the functional simplicity of the gripping system. The hovering position visually communicates the moment just before the plate is picked up, highlighting accuracy and controlled movement.&#10;&#10;On both sides of the conveyor belt, slightly behind the main working area, two simple industrial boxes are placed. One box represents accepted parts, the">
            <a:extLst>
              <a:ext uri="{FF2B5EF4-FFF2-40B4-BE49-F238E27FC236}">
                <a16:creationId xmlns:a16="http://schemas.microsoft.com/office/drawing/2014/main" id="{07E6849E-BF6C-9580-157F-4B55C4A780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10" t="5490" r="2605" b="6218"/>
          <a:stretch>
            <a:fillRect/>
          </a:stretch>
        </p:blipFill>
        <p:spPr bwMode="auto">
          <a:xfrm>
            <a:off x="0" y="-801957"/>
            <a:ext cx="12192000" cy="8461914"/>
          </a:xfrm>
          <a:prstGeom prst="rect">
            <a:avLst/>
          </a:prstGeom>
          <a:noFill/>
          <a:extLst>
            <a:ext uri="{909E8E84-426E-40DD-AFC4-6F175D3DCCD1}">
              <a14:hiddenFill xmlns:a14="http://schemas.microsoft.com/office/drawing/2010/main">
                <a:solidFill>
                  <a:srgbClr val="FFFFFF"/>
                </a:solidFill>
              </a14:hiddenFill>
            </a:ext>
          </a:extLst>
        </p:spPr>
      </p:pic>
      <p:sp>
        <p:nvSpPr>
          <p:cNvPr id="6" name="Titel 1">
            <a:extLst>
              <a:ext uri="{FF2B5EF4-FFF2-40B4-BE49-F238E27FC236}">
                <a16:creationId xmlns:a16="http://schemas.microsoft.com/office/drawing/2014/main" id="{065FFA9A-7E55-7B16-69F4-8AD302CC8C89}"/>
              </a:ext>
            </a:extLst>
          </p:cNvPr>
          <p:cNvSpPr txBox="1">
            <a:spLocks/>
          </p:cNvSpPr>
          <p:nvPr/>
        </p:nvSpPr>
        <p:spPr>
          <a:xfrm>
            <a:off x="2" y="-379617"/>
            <a:ext cx="12191998" cy="1079640"/>
          </a:xfrm>
          <a:prstGeom prst="rect">
            <a:avLst/>
          </a:prstGeom>
          <a:noFill/>
        </p:spPr>
        <p:txBody>
          <a:bodyPr vert="horz" lIns="91440" tIns="45720" rIns="91440" bIns="45720" rtlCol="0" anchor="b">
            <a:normAutofit/>
          </a:bodyPr>
          <a:lstStyle>
            <a:defPPr>
              <a:defRPr lang="de-DE"/>
            </a:defPPr>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e-DE" dirty="0"/>
              <a:t>Kick-Off-Präsentation</a:t>
            </a:r>
          </a:p>
        </p:txBody>
      </p:sp>
      <p:sp>
        <p:nvSpPr>
          <p:cNvPr id="7" name="Untertitel 3">
            <a:extLst>
              <a:ext uri="{FF2B5EF4-FFF2-40B4-BE49-F238E27FC236}">
                <a16:creationId xmlns:a16="http://schemas.microsoft.com/office/drawing/2014/main" id="{9248440F-6110-FB2E-4A35-364E92047F89}"/>
              </a:ext>
            </a:extLst>
          </p:cNvPr>
          <p:cNvSpPr txBox="1">
            <a:spLocks/>
          </p:cNvSpPr>
          <p:nvPr/>
        </p:nvSpPr>
        <p:spPr>
          <a:xfrm>
            <a:off x="2358998" y="2403152"/>
            <a:ext cx="7476565" cy="2937251"/>
          </a:xfrm>
          <a:prstGeom prst="rect">
            <a:avLst/>
          </a:prstGeom>
          <a:solidFill>
            <a:schemeClr val="bg1">
              <a:lumMod val="50000"/>
              <a:alpha val="50000"/>
            </a:schemeClr>
          </a:solidFill>
        </p:spPr>
        <p:txBody>
          <a:bodyPr vert="horz" lIns="91440" tIns="45720" rIns="91440" bIns="45720" rtlCol="0">
            <a:normAutofit/>
          </a:bodyPr>
          <a:lstStyle>
            <a:defPPr>
              <a:defRPr lang="de-DE"/>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4000" dirty="0" err="1"/>
              <a:t>PickMe</a:t>
            </a:r>
            <a:r>
              <a:rPr lang="de-DE" sz="4000" dirty="0"/>
              <a:t>-Team</a:t>
            </a:r>
          </a:p>
          <a:p>
            <a:endParaRPr lang="de-DE" dirty="0"/>
          </a:p>
          <a:p>
            <a:r>
              <a:rPr lang="de-DE" sz="2800" dirty="0" err="1"/>
              <a:t>Yatheesh</a:t>
            </a:r>
            <a:r>
              <a:rPr lang="de-DE" sz="2800" dirty="0"/>
              <a:t> </a:t>
            </a:r>
            <a:r>
              <a:rPr lang="de-DE" sz="2800" dirty="0" err="1"/>
              <a:t>Sugumar</a:t>
            </a:r>
            <a:endParaRPr lang="de-DE" sz="2800" dirty="0"/>
          </a:p>
          <a:p>
            <a:r>
              <a:rPr lang="de-DE" sz="2800" dirty="0"/>
              <a:t>Johannes Sedlmayr</a:t>
            </a:r>
          </a:p>
          <a:p>
            <a:r>
              <a:rPr lang="de-DE" sz="2800" dirty="0"/>
              <a:t>Marcel </a:t>
            </a:r>
            <a:r>
              <a:rPr lang="de-DE" sz="2800" dirty="0" err="1"/>
              <a:t>Kattirs</a:t>
            </a:r>
            <a:endParaRPr lang="de-DE" sz="2800" dirty="0"/>
          </a:p>
        </p:txBody>
      </p:sp>
    </p:spTree>
    <p:extLst>
      <p:ext uri="{BB962C8B-B14F-4D97-AF65-F5344CB8AC3E}">
        <p14:creationId xmlns:p14="http://schemas.microsoft.com/office/powerpoint/2010/main" val="2772646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2A9DD62-BE31-C98E-E946-34ADF5A01932}"/>
              </a:ext>
            </a:extLst>
          </p:cNvPr>
          <p:cNvSpPr>
            <a:spLocks noGrp="1"/>
          </p:cNvSpPr>
          <p:nvPr>
            <p:ph type="sldNum" sz="quarter" idx="12"/>
          </p:nvPr>
        </p:nvSpPr>
        <p:spPr/>
        <p:txBody>
          <a:bodyPr/>
          <a:lstStyle/>
          <a:p>
            <a:fld id="{BBF5BBE7-E33E-4363-976A-4A648584451E}" type="slidenum">
              <a:rPr lang="de-DE" smtClean="0">
                <a:solidFill>
                  <a:schemeClr val="bg1"/>
                </a:solidFill>
              </a:rPr>
              <a:t>2</a:t>
            </a:fld>
            <a:endParaRPr lang="de-DE" dirty="0">
              <a:solidFill>
                <a:schemeClr val="bg1"/>
              </a:solidFill>
            </a:endParaRPr>
          </a:p>
        </p:txBody>
      </p:sp>
      <p:grpSp>
        <p:nvGrpSpPr>
          <p:cNvPr id="5" name="Group 7">
            <a:extLst>
              <a:ext uri="{FF2B5EF4-FFF2-40B4-BE49-F238E27FC236}">
                <a16:creationId xmlns:a16="http://schemas.microsoft.com/office/drawing/2014/main" id="{2C8EE268-C52F-0910-0493-88F35E18120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6" name="Oval 5">
              <a:extLst>
                <a:ext uri="{FF2B5EF4-FFF2-40B4-BE49-F238E27FC236}">
                  <a16:creationId xmlns:a16="http://schemas.microsoft.com/office/drawing/2014/main" id="{3D85A119-DA4B-08E7-85A5-F317D119314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7" name="Oval 9">
              <a:extLst>
                <a:ext uri="{FF2B5EF4-FFF2-40B4-BE49-F238E27FC236}">
                  <a16:creationId xmlns:a16="http://schemas.microsoft.com/office/drawing/2014/main" id="{CD0C83CF-7868-E770-3A76-80E019D5017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8" name="Oval 5">
              <a:extLst>
                <a:ext uri="{FF2B5EF4-FFF2-40B4-BE49-F238E27FC236}">
                  <a16:creationId xmlns:a16="http://schemas.microsoft.com/office/drawing/2014/main" id="{5328EDD2-66E1-83D1-6CF8-024C4C697C6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bg1">
                <a:alpha val="70000"/>
              </a:schemeClr>
            </a:solidFill>
            <a:ln>
              <a:solidFill>
                <a:schemeClr val="tx1"/>
              </a:solidFill>
            </a:ln>
          </p:spPr>
          <p:txBody>
            <a:bodyPr/>
            <a:lstStyle/>
            <a:p>
              <a:endParaRPr lang="en-US"/>
            </a:p>
          </p:txBody>
        </p:sp>
      </p:grpSp>
      <p:sp>
        <p:nvSpPr>
          <p:cNvPr id="9" name="Rectangle 12">
            <a:extLst>
              <a:ext uri="{FF2B5EF4-FFF2-40B4-BE49-F238E27FC236}">
                <a16:creationId xmlns:a16="http://schemas.microsoft.com/office/drawing/2014/main" id="{058FDE56-253F-CFA6-B617-6C6AD657D3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itel 1">
            <a:extLst>
              <a:ext uri="{FF2B5EF4-FFF2-40B4-BE49-F238E27FC236}">
                <a16:creationId xmlns:a16="http://schemas.microsoft.com/office/drawing/2014/main" id="{581905FD-F9E5-C2D7-5257-355CA51CC02C}"/>
              </a:ext>
            </a:extLst>
          </p:cNvPr>
          <p:cNvSpPr txBox="1">
            <a:spLocks/>
          </p:cNvSpPr>
          <p:nvPr/>
        </p:nvSpPr>
        <p:spPr>
          <a:xfrm>
            <a:off x="87086" y="498348"/>
            <a:ext cx="6008914" cy="1381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4000" dirty="0"/>
              <a:t>Ablauf </a:t>
            </a:r>
          </a:p>
        </p:txBody>
      </p:sp>
      <p:sp>
        <p:nvSpPr>
          <p:cNvPr id="12" name="Textplatzhalter 3">
            <a:extLst>
              <a:ext uri="{FF2B5EF4-FFF2-40B4-BE49-F238E27FC236}">
                <a16:creationId xmlns:a16="http://schemas.microsoft.com/office/drawing/2014/main" id="{B1A6F3C2-2D4B-CF07-FC32-30E32308421E}"/>
              </a:ext>
            </a:extLst>
          </p:cNvPr>
          <p:cNvSpPr>
            <a:spLocks noGrp="1"/>
          </p:cNvSpPr>
          <p:nvPr>
            <p:ph idx="1"/>
          </p:nvPr>
        </p:nvSpPr>
        <p:spPr>
          <a:xfrm>
            <a:off x="0" y="1825625"/>
            <a:ext cx="6096000" cy="4351338"/>
          </a:xfrm>
        </p:spPr>
        <p:txBody>
          <a:bodyPr rtlCol="0" anchor="t"/>
          <a:lstStyle>
            <a:defPPr>
              <a:defRPr lang="de-DE"/>
            </a:defPPr>
          </a:lstStyle>
          <a:p>
            <a:pPr rtl="0"/>
            <a:r>
              <a:rPr lang="de-DE" dirty="0"/>
              <a:t>Kurzvorstellung</a:t>
            </a:r>
          </a:p>
          <a:p>
            <a:r>
              <a:rPr lang="de-DE" dirty="0">
                <a:cs typeface="Biome"/>
              </a:rPr>
              <a:t>Projektplan</a:t>
            </a:r>
          </a:p>
          <a:p>
            <a:pPr rtl="0"/>
            <a:r>
              <a:rPr lang="de-DE" dirty="0"/>
              <a:t>Programmstruktur</a:t>
            </a:r>
          </a:p>
          <a:p>
            <a:pPr rtl="0"/>
            <a:r>
              <a:rPr lang="de-DE" dirty="0">
                <a:cs typeface="Biome"/>
              </a:rPr>
              <a:t>Aufgabenverteilung</a:t>
            </a:r>
            <a:endParaRPr lang="de-DE" dirty="0"/>
          </a:p>
        </p:txBody>
      </p:sp>
    </p:spTree>
    <p:extLst>
      <p:ext uri="{BB962C8B-B14F-4D97-AF65-F5344CB8AC3E}">
        <p14:creationId xmlns:p14="http://schemas.microsoft.com/office/powerpoint/2010/main" val="1256162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DA8EDA2-4B47-057C-ED9C-4B51398AA8DE}"/>
              </a:ext>
            </a:extLst>
          </p:cNvPr>
          <p:cNvSpPr>
            <a:spLocks noGrp="1"/>
          </p:cNvSpPr>
          <p:nvPr>
            <p:ph type="sldNum" sz="quarter" idx="12"/>
          </p:nvPr>
        </p:nvSpPr>
        <p:spPr/>
        <p:txBody>
          <a:bodyPr/>
          <a:lstStyle/>
          <a:p>
            <a:fld id="{BBF5BBE7-E33E-4363-976A-4A648584451E}" type="slidenum">
              <a:rPr lang="de-DE" smtClean="0">
                <a:solidFill>
                  <a:schemeClr val="bg1"/>
                </a:solidFill>
              </a:rPr>
              <a:t>3</a:t>
            </a:fld>
            <a:endParaRPr lang="de-DE" dirty="0">
              <a:solidFill>
                <a:schemeClr val="bg1"/>
              </a:solidFill>
            </a:endParaRPr>
          </a:p>
        </p:txBody>
      </p:sp>
      <p:grpSp>
        <p:nvGrpSpPr>
          <p:cNvPr id="19" name="Group 7">
            <a:extLst>
              <a:ext uri="{FF2B5EF4-FFF2-40B4-BE49-F238E27FC236}">
                <a16:creationId xmlns:a16="http://schemas.microsoft.com/office/drawing/2014/main" id="{4F9C0B19-B18A-6FE4-183C-6B4B238CA19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20" name="Oval 5">
              <a:extLst>
                <a:ext uri="{FF2B5EF4-FFF2-40B4-BE49-F238E27FC236}">
                  <a16:creationId xmlns:a16="http://schemas.microsoft.com/office/drawing/2014/main" id="{1FB229E3-6C8B-E50D-8196-F66C58FC33F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1" name="Oval 9">
              <a:extLst>
                <a:ext uri="{FF2B5EF4-FFF2-40B4-BE49-F238E27FC236}">
                  <a16:creationId xmlns:a16="http://schemas.microsoft.com/office/drawing/2014/main" id="{2272284A-56C6-542B-4CBC-617F8BF9EDB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2" name="Oval 5">
              <a:extLst>
                <a:ext uri="{FF2B5EF4-FFF2-40B4-BE49-F238E27FC236}">
                  <a16:creationId xmlns:a16="http://schemas.microsoft.com/office/drawing/2014/main" id="{03EC9F33-87B0-7820-5685-1860757086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ysClr val="window" lastClr="FFFFFF">
                <a:alpha val="70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grpSp>
      <p:sp>
        <p:nvSpPr>
          <p:cNvPr id="23" name="Rectangle 12">
            <a:extLst>
              <a:ext uri="{FF2B5EF4-FFF2-40B4-BE49-F238E27FC236}">
                <a16:creationId xmlns:a16="http://schemas.microsoft.com/office/drawing/2014/main" id="{2F0AC2CC-A49F-B1EA-3F1F-86AD85DC6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514600"/>
            <a:ext cx="12192000" cy="1828800"/>
          </a:xfrm>
          <a:prstGeom prst="rect">
            <a:avLst/>
          </a:prstGeom>
          <a:solidFill>
            <a:srgbClr val="E8E8E8"/>
          </a:solidFill>
          <a:ln w="1905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Titel 1">
            <a:extLst>
              <a:ext uri="{FF2B5EF4-FFF2-40B4-BE49-F238E27FC236}">
                <a16:creationId xmlns:a16="http://schemas.microsoft.com/office/drawing/2014/main" id="{9994A1FD-1FE9-1095-5986-99AE0E70C2AC}"/>
              </a:ext>
            </a:extLst>
          </p:cNvPr>
          <p:cNvSpPr txBox="1">
            <a:spLocks/>
          </p:cNvSpPr>
          <p:nvPr/>
        </p:nvSpPr>
        <p:spPr>
          <a:xfrm>
            <a:off x="1524000" y="2776538"/>
            <a:ext cx="9144000" cy="138118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4000" b="0" i="0" u="none" strike="noStrike" kern="1200" cap="none" spc="0" normalizeH="0" baseline="0" noProof="0" dirty="0">
                <a:ln>
                  <a:noFill/>
                </a:ln>
                <a:solidFill>
                  <a:srgbClr val="0E2841"/>
                </a:solidFill>
                <a:effectLst/>
                <a:uLnTx/>
                <a:uFillTx/>
                <a:latin typeface="Aptos Display" panose="02110004020202020204"/>
                <a:ea typeface="+mj-ea"/>
                <a:cs typeface="+mj-cs"/>
              </a:rPr>
              <a:t>Kurzvorstellung</a:t>
            </a:r>
          </a:p>
        </p:txBody>
      </p:sp>
    </p:spTree>
    <p:extLst>
      <p:ext uri="{BB962C8B-B14F-4D97-AF65-F5344CB8AC3E}">
        <p14:creationId xmlns:p14="http://schemas.microsoft.com/office/powerpoint/2010/main" val="1958534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a:extLst>
            <a:ext uri="{FF2B5EF4-FFF2-40B4-BE49-F238E27FC236}">
              <a16:creationId xmlns:a16="http://schemas.microsoft.com/office/drawing/2014/main" id="{6149A4F4-ED03-5C3E-79E9-8F5784AD3CFA}"/>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C754D8F-EC65-BCFA-54AA-323A7AA303F2}"/>
              </a:ext>
            </a:extLst>
          </p:cNvPr>
          <p:cNvSpPr>
            <a:spLocks noGrp="1"/>
          </p:cNvSpPr>
          <p:nvPr>
            <p:ph type="sldNum" sz="quarter" idx="12"/>
          </p:nvPr>
        </p:nvSpPr>
        <p:spPr/>
        <p:txBody>
          <a:bodyPr/>
          <a:lstStyle/>
          <a:p>
            <a:fld id="{BBF5BBE7-E33E-4363-976A-4A648584451E}" type="slidenum">
              <a:rPr lang="de-DE" smtClean="0">
                <a:solidFill>
                  <a:schemeClr val="bg1"/>
                </a:solidFill>
              </a:rPr>
              <a:t>4</a:t>
            </a:fld>
            <a:endParaRPr lang="de-DE" dirty="0">
              <a:solidFill>
                <a:schemeClr val="bg1"/>
              </a:solidFill>
            </a:endParaRPr>
          </a:p>
        </p:txBody>
      </p:sp>
      <p:grpSp>
        <p:nvGrpSpPr>
          <p:cNvPr id="5" name="Group 7">
            <a:extLst>
              <a:ext uri="{FF2B5EF4-FFF2-40B4-BE49-F238E27FC236}">
                <a16:creationId xmlns:a16="http://schemas.microsoft.com/office/drawing/2014/main" id="{ADFB060D-3337-682F-04D4-15FBC14BB27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6" name="Oval 5">
              <a:extLst>
                <a:ext uri="{FF2B5EF4-FFF2-40B4-BE49-F238E27FC236}">
                  <a16:creationId xmlns:a16="http://schemas.microsoft.com/office/drawing/2014/main" id="{805EA9B0-FB7F-5DF9-61D8-A03C1AA43EF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7" name="Oval 9">
              <a:extLst>
                <a:ext uri="{FF2B5EF4-FFF2-40B4-BE49-F238E27FC236}">
                  <a16:creationId xmlns:a16="http://schemas.microsoft.com/office/drawing/2014/main" id="{4476048B-39B9-2CE2-EB25-BC6685DB782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8" name="Oval 5">
              <a:extLst>
                <a:ext uri="{FF2B5EF4-FFF2-40B4-BE49-F238E27FC236}">
                  <a16:creationId xmlns:a16="http://schemas.microsoft.com/office/drawing/2014/main" id="{70B81114-ADB1-46EE-7F11-CFA56E1046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bg1">
                <a:alpha val="70000"/>
              </a:schemeClr>
            </a:solidFill>
            <a:ln>
              <a:solidFill>
                <a:schemeClr val="tx1"/>
              </a:solidFill>
            </a:ln>
          </p:spPr>
          <p:txBody>
            <a:bodyPr/>
            <a:lstStyle/>
            <a:p>
              <a:endParaRPr lang="en-US"/>
            </a:p>
          </p:txBody>
        </p:sp>
      </p:grpSp>
      <p:sp>
        <p:nvSpPr>
          <p:cNvPr id="9" name="Rectangle 12">
            <a:extLst>
              <a:ext uri="{FF2B5EF4-FFF2-40B4-BE49-F238E27FC236}">
                <a16:creationId xmlns:a16="http://schemas.microsoft.com/office/drawing/2014/main" id="{EEBC1EE1-A826-91B1-E158-DD7332BB96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itel 1">
            <a:extLst>
              <a:ext uri="{FF2B5EF4-FFF2-40B4-BE49-F238E27FC236}">
                <a16:creationId xmlns:a16="http://schemas.microsoft.com/office/drawing/2014/main" id="{6821F8F3-CEC6-DF53-F55A-C8319A11A711}"/>
              </a:ext>
            </a:extLst>
          </p:cNvPr>
          <p:cNvSpPr txBox="1">
            <a:spLocks/>
          </p:cNvSpPr>
          <p:nvPr/>
        </p:nvSpPr>
        <p:spPr>
          <a:xfrm>
            <a:off x="87086" y="498348"/>
            <a:ext cx="6008914" cy="1381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4000" dirty="0"/>
              <a:t>Team Mitglieder  </a:t>
            </a:r>
          </a:p>
        </p:txBody>
      </p:sp>
      <p:sp>
        <p:nvSpPr>
          <p:cNvPr id="12" name="Textplatzhalter 3">
            <a:extLst>
              <a:ext uri="{FF2B5EF4-FFF2-40B4-BE49-F238E27FC236}">
                <a16:creationId xmlns:a16="http://schemas.microsoft.com/office/drawing/2014/main" id="{F010F464-3C42-9EB2-BEC3-EA115AF94B31}"/>
              </a:ext>
            </a:extLst>
          </p:cNvPr>
          <p:cNvSpPr>
            <a:spLocks noGrp="1"/>
          </p:cNvSpPr>
          <p:nvPr>
            <p:ph idx="1"/>
          </p:nvPr>
        </p:nvSpPr>
        <p:spPr>
          <a:xfrm>
            <a:off x="0" y="1825624"/>
            <a:ext cx="6096000" cy="5032375"/>
          </a:xfrm>
        </p:spPr>
        <p:txBody>
          <a:bodyPr rtlCol="0" anchor="t">
            <a:normAutofit/>
          </a:bodyPr>
          <a:lstStyle>
            <a:defPPr>
              <a:defRPr lang="de-DE"/>
            </a:defPPr>
          </a:lstStyle>
          <a:p>
            <a:r>
              <a:rPr lang="de-DE" sz="1800" dirty="0" err="1"/>
              <a:t>Yatheesh</a:t>
            </a:r>
            <a:r>
              <a:rPr lang="de-DE" sz="1800" dirty="0"/>
              <a:t> </a:t>
            </a:r>
            <a:r>
              <a:rPr lang="de-DE" sz="1800" dirty="0" err="1"/>
              <a:t>Sugumar</a:t>
            </a:r>
            <a:endParaRPr lang="de-DE" sz="1800" dirty="0"/>
          </a:p>
          <a:p>
            <a:r>
              <a:rPr lang="de-DE" sz="1800" dirty="0"/>
              <a:t>Johannes Sedlmayr</a:t>
            </a:r>
          </a:p>
          <a:p>
            <a:r>
              <a:rPr lang="de-DE" sz="1800" dirty="0"/>
              <a:t>Marcel </a:t>
            </a:r>
            <a:r>
              <a:rPr lang="de-DE" sz="1800" dirty="0" err="1"/>
              <a:t>Kattirs</a:t>
            </a:r>
            <a:endParaRPr lang="de-DE" sz="1800" dirty="0"/>
          </a:p>
          <a:p>
            <a:pPr marL="0" indent="0">
              <a:buNone/>
            </a:pPr>
            <a:endParaRPr lang="de-DE" sz="1800" dirty="0"/>
          </a:p>
          <a:p>
            <a:pPr marL="0" indent="0">
              <a:buNone/>
            </a:pPr>
            <a:r>
              <a:rPr lang="de-DE" sz="3200" dirty="0"/>
              <a:t>Entwicklung einer Sortieranlage </a:t>
            </a:r>
          </a:p>
          <a:p>
            <a:r>
              <a:rPr lang="de-DE" sz="2000" dirty="0"/>
              <a:t>Kamera erkennt Objekte auf dem Förderband </a:t>
            </a:r>
          </a:p>
          <a:p>
            <a:r>
              <a:rPr lang="de-DE" sz="2000" dirty="0" err="1"/>
              <a:t>Machine</a:t>
            </a:r>
            <a:r>
              <a:rPr lang="de-DE" sz="2000" dirty="0"/>
              <a:t> Learning unterscheidet Katze und Einhorn </a:t>
            </a:r>
          </a:p>
          <a:p>
            <a:r>
              <a:rPr lang="de-DE" sz="2000" dirty="0"/>
              <a:t>Position der Objekte wird im Weltkoordinatensystem berechnet </a:t>
            </a:r>
          </a:p>
          <a:p>
            <a:r>
              <a:rPr lang="de-DE" sz="2000" dirty="0"/>
              <a:t>Portalroboter mit Sauggreifer nimmt Teile auf </a:t>
            </a:r>
          </a:p>
          <a:p>
            <a:r>
              <a:rPr lang="de-DE" sz="2000" dirty="0"/>
              <a:t>Teile werden in passende Boxen sortiert </a:t>
            </a:r>
          </a:p>
          <a:p>
            <a:r>
              <a:rPr lang="de-DE" sz="2000" dirty="0"/>
              <a:t>Ziel: ≥ 90 % korrekt sortierte Teile bei stabiler Förderbandgeschwindigkeit </a:t>
            </a:r>
          </a:p>
        </p:txBody>
      </p:sp>
    </p:spTree>
    <p:extLst>
      <p:ext uri="{BB962C8B-B14F-4D97-AF65-F5344CB8AC3E}">
        <p14:creationId xmlns:p14="http://schemas.microsoft.com/office/powerpoint/2010/main" val="2671975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a:extLst>
            <a:ext uri="{FF2B5EF4-FFF2-40B4-BE49-F238E27FC236}">
              <a16:creationId xmlns:a16="http://schemas.microsoft.com/office/drawing/2014/main" id="{2468469B-46F1-6406-F0BB-D1C98A969659}"/>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1FBCFBC-C8F1-DEA5-7828-29B907E9EE4C}"/>
              </a:ext>
            </a:extLst>
          </p:cNvPr>
          <p:cNvSpPr>
            <a:spLocks noGrp="1"/>
          </p:cNvSpPr>
          <p:nvPr>
            <p:ph type="sldNum" sz="quarter" idx="12"/>
          </p:nvPr>
        </p:nvSpPr>
        <p:spPr/>
        <p:txBody>
          <a:bodyPr/>
          <a:lstStyle/>
          <a:p>
            <a:fld id="{BBF5BBE7-E33E-4363-976A-4A648584451E}" type="slidenum">
              <a:rPr lang="de-DE" smtClean="0">
                <a:solidFill>
                  <a:schemeClr val="bg1"/>
                </a:solidFill>
              </a:rPr>
              <a:t>5</a:t>
            </a:fld>
            <a:endParaRPr lang="de-DE" dirty="0">
              <a:solidFill>
                <a:schemeClr val="bg1"/>
              </a:solidFill>
            </a:endParaRPr>
          </a:p>
        </p:txBody>
      </p:sp>
      <p:grpSp>
        <p:nvGrpSpPr>
          <p:cNvPr id="5" name="Group 7">
            <a:extLst>
              <a:ext uri="{FF2B5EF4-FFF2-40B4-BE49-F238E27FC236}">
                <a16:creationId xmlns:a16="http://schemas.microsoft.com/office/drawing/2014/main" id="{AF13625A-98AC-1A12-25D3-8521791F1C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6" name="Oval 5">
              <a:extLst>
                <a:ext uri="{FF2B5EF4-FFF2-40B4-BE49-F238E27FC236}">
                  <a16:creationId xmlns:a16="http://schemas.microsoft.com/office/drawing/2014/main" id="{17F67FA6-7209-5B73-AFC8-6C51AC2E9B0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7" name="Oval 9">
              <a:extLst>
                <a:ext uri="{FF2B5EF4-FFF2-40B4-BE49-F238E27FC236}">
                  <a16:creationId xmlns:a16="http://schemas.microsoft.com/office/drawing/2014/main" id="{BF3ECEDD-8914-6D9E-25F0-D3EBCEC8DFF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8" name="Oval 5">
              <a:extLst>
                <a:ext uri="{FF2B5EF4-FFF2-40B4-BE49-F238E27FC236}">
                  <a16:creationId xmlns:a16="http://schemas.microsoft.com/office/drawing/2014/main" id="{430E7EEF-56DE-F015-FDC0-B0721001904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bg1">
                <a:alpha val="70000"/>
              </a:schemeClr>
            </a:solidFill>
            <a:ln>
              <a:solidFill>
                <a:schemeClr val="tx1"/>
              </a:solidFill>
            </a:ln>
          </p:spPr>
          <p:txBody>
            <a:bodyPr/>
            <a:lstStyle/>
            <a:p>
              <a:endParaRPr lang="en-US"/>
            </a:p>
          </p:txBody>
        </p:sp>
      </p:grpSp>
      <p:sp>
        <p:nvSpPr>
          <p:cNvPr id="9" name="Rectangle 12">
            <a:extLst>
              <a:ext uri="{FF2B5EF4-FFF2-40B4-BE49-F238E27FC236}">
                <a16:creationId xmlns:a16="http://schemas.microsoft.com/office/drawing/2014/main" id="{54625B10-6CED-E62A-3986-64B5E477C6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itel 1">
            <a:extLst>
              <a:ext uri="{FF2B5EF4-FFF2-40B4-BE49-F238E27FC236}">
                <a16:creationId xmlns:a16="http://schemas.microsoft.com/office/drawing/2014/main" id="{66AD443C-B40A-245E-068E-BD24964974A1}"/>
              </a:ext>
            </a:extLst>
          </p:cNvPr>
          <p:cNvSpPr txBox="1">
            <a:spLocks/>
          </p:cNvSpPr>
          <p:nvPr/>
        </p:nvSpPr>
        <p:spPr>
          <a:xfrm>
            <a:off x="87086" y="498348"/>
            <a:ext cx="6008914" cy="1381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4000" dirty="0"/>
              <a:t>Projekt Skizze   </a:t>
            </a:r>
          </a:p>
        </p:txBody>
      </p:sp>
      <p:pic>
        <p:nvPicPr>
          <p:cNvPr id="11" name="Inhaltsplatzhalter 10">
            <a:extLst>
              <a:ext uri="{FF2B5EF4-FFF2-40B4-BE49-F238E27FC236}">
                <a16:creationId xmlns:a16="http://schemas.microsoft.com/office/drawing/2014/main" id="{F976CEE2-FDA0-347A-0E35-3EAA6E97AB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92634" y="0"/>
            <a:ext cx="4848301"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Freihand 13">
                <a:extLst>
                  <a:ext uri="{FF2B5EF4-FFF2-40B4-BE49-F238E27FC236}">
                    <a16:creationId xmlns:a16="http://schemas.microsoft.com/office/drawing/2014/main" id="{AB80FD52-619D-86F5-51D9-5757A7A121D0}"/>
                  </a:ext>
                </a:extLst>
              </p14:cNvPr>
              <p14:cNvContentPartPr/>
              <p14:nvPr/>
            </p14:nvContentPartPr>
            <p14:xfrm>
              <a:off x="7845875" y="6000973"/>
              <a:ext cx="1009440" cy="4320"/>
            </p14:xfrm>
          </p:contentPart>
        </mc:Choice>
        <mc:Fallback xmlns="">
          <p:pic>
            <p:nvPicPr>
              <p:cNvPr id="14" name="Freihand 13">
                <a:extLst>
                  <a:ext uri="{FF2B5EF4-FFF2-40B4-BE49-F238E27FC236}">
                    <a16:creationId xmlns:a16="http://schemas.microsoft.com/office/drawing/2014/main" id="{AB80FD52-619D-86F5-51D9-5757A7A121D0}"/>
                  </a:ext>
                </a:extLst>
              </p:cNvPr>
              <p:cNvPicPr/>
              <p:nvPr/>
            </p:nvPicPr>
            <p:blipFill>
              <a:blip r:embed="rId4"/>
              <a:stretch>
                <a:fillRect/>
              </a:stretch>
            </p:blipFill>
            <p:spPr>
              <a:xfrm>
                <a:off x="7839755" y="5994853"/>
                <a:ext cx="102168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Freihand 14">
                <a:extLst>
                  <a:ext uri="{FF2B5EF4-FFF2-40B4-BE49-F238E27FC236}">
                    <a16:creationId xmlns:a16="http://schemas.microsoft.com/office/drawing/2014/main" id="{006B4E66-7DB0-B71D-0CC5-6BFDB33F78A1}"/>
                  </a:ext>
                </a:extLst>
              </p14:cNvPr>
              <p14:cNvContentPartPr/>
              <p14:nvPr/>
            </p14:nvContentPartPr>
            <p14:xfrm>
              <a:off x="7876835" y="6110413"/>
              <a:ext cx="6480" cy="9360"/>
            </p14:xfrm>
          </p:contentPart>
        </mc:Choice>
        <mc:Fallback xmlns="">
          <p:pic>
            <p:nvPicPr>
              <p:cNvPr id="15" name="Freihand 14">
                <a:extLst>
                  <a:ext uri="{FF2B5EF4-FFF2-40B4-BE49-F238E27FC236}">
                    <a16:creationId xmlns:a16="http://schemas.microsoft.com/office/drawing/2014/main" id="{006B4E66-7DB0-B71D-0CC5-6BFDB33F78A1}"/>
                  </a:ext>
                </a:extLst>
              </p:cNvPr>
              <p:cNvPicPr/>
              <p:nvPr/>
            </p:nvPicPr>
            <p:blipFill>
              <a:blip r:embed="rId6"/>
              <a:stretch>
                <a:fillRect/>
              </a:stretch>
            </p:blipFill>
            <p:spPr>
              <a:xfrm>
                <a:off x="7870715" y="6104293"/>
                <a:ext cx="187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Freihand 20">
                <a:extLst>
                  <a:ext uri="{FF2B5EF4-FFF2-40B4-BE49-F238E27FC236}">
                    <a16:creationId xmlns:a16="http://schemas.microsoft.com/office/drawing/2014/main" id="{E312EB17-6A7A-07BF-6F8D-C4C4B5509E39}"/>
                  </a:ext>
                </a:extLst>
              </p14:cNvPr>
              <p14:cNvContentPartPr/>
              <p14:nvPr/>
            </p14:nvContentPartPr>
            <p14:xfrm>
              <a:off x="7848755" y="6099613"/>
              <a:ext cx="1564920" cy="716760"/>
            </p14:xfrm>
          </p:contentPart>
        </mc:Choice>
        <mc:Fallback xmlns="">
          <p:pic>
            <p:nvPicPr>
              <p:cNvPr id="21" name="Freihand 20">
                <a:extLst>
                  <a:ext uri="{FF2B5EF4-FFF2-40B4-BE49-F238E27FC236}">
                    <a16:creationId xmlns:a16="http://schemas.microsoft.com/office/drawing/2014/main" id="{E312EB17-6A7A-07BF-6F8D-C4C4B5509E39}"/>
                  </a:ext>
                </a:extLst>
              </p:cNvPr>
              <p:cNvPicPr/>
              <p:nvPr/>
            </p:nvPicPr>
            <p:blipFill>
              <a:blip r:embed="rId8"/>
              <a:stretch>
                <a:fillRect/>
              </a:stretch>
            </p:blipFill>
            <p:spPr>
              <a:xfrm>
                <a:off x="7842635" y="6093493"/>
                <a:ext cx="1577160" cy="729000"/>
              </a:xfrm>
              <a:prstGeom prst="rect">
                <a:avLst/>
              </a:prstGeom>
            </p:spPr>
          </p:pic>
        </mc:Fallback>
      </mc:AlternateContent>
    </p:spTree>
    <p:extLst>
      <p:ext uri="{BB962C8B-B14F-4D97-AF65-F5344CB8AC3E}">
        <p14:creationId xmlns:p14="http://schemas.microsoft.com/office/powerpoint/2010/main" val="1462155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a:extLst>
            <a:ext uri="{FF2B5EF4-FFF2-40B4-BE49-F238E27FC236}">
              <a16:creationId xmlns:a16="http://schemas.microsoft.com/office/drawing/2014/main" id="{38B3C196-2698-4C83-C6DE-A0CC9FF5CC77}"/>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DF11C7D-64F6-CA6C-0D65-534E5D1E8D22}"/>
              </a:ext>
            </a:extLst>
          </p:cNvPr>
          <p:cNvSpPr>
            <a:spLocks noGrp="1"/>
          </p:cNvSpPr>
          <p:nvPr>
            <p:ph type="sldNum" sz="quarter" idx="12"/>
          </p:nvPr>
        </p:nvSpPr>
        <p:spPr/>
        <p:txBody>
          <a:bodyPr/>
          <a:lstStyle/>
          <a:p>
            <a:fld id="{BBF5BBE7-E33E-4363-976A-4A648584451E}" type="slidenum">
              <a:rPr lang="de-DE" smtClean="0">
                <a:solidFill>
                  <a:schemeClr val="bg1"/>
                </a:solidFill>
              </a:rPr>
              <a:t>6</a:t>
            </a:fld>
            <a:endParaRPr lang="de-DE" dirty="0">
              <a:solidFill>
                <a:schemeClr val="bg1"/>
              </a:solidFill>
            </a:endParaRPr>
          </a:p>
        </p:txBody>
      </p:sp>
      <p:grpSp>
        <p:nvGrpSpPr>
          <p:cNvPr id="19" name="Group 7">
            <a:extLst>
              <a:ext uri="{FF2B5EF4-FFF2-40B4-BE49-F238E27FC236}">
                <a16:creationId xmlns:a16="http://schemas.microsoft.com/office/drawing/2014/main" id="{C2FD6F1F-7336-858A-943C-E5E5C1EDA60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20" name="Oval 5">
              <a:extLst>
                <a:ext uri="{FF2B5EF4-FFF2-40B4-BE49-F238E27FC236}">
                  <a16:creationId xmlns:a16="http://schemas.microsoft.com/office/drawing/2014/main" id="{DF180E9C-8B66-C54E-0F11-7519FCEBE3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1" name="Oval 9">
              <a:extLst>
                <a:ext uri="{FF2B5EF4-FFF2-40B4-BE49-F238E27FC236}">
                  <a16:creationId xmlns:a16="http://schemas.microsoft.com/office/drawing/2014/main" id="{35B4361D-7CEA-533B-46B2-E893DFF3ABD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2" name="Oval 5">
              <a:extLst>
                <a:ext uri="{FF2B5EF4-FFF2-40B4-BE49-F238E27FC236}">
                  <a16:creationId xmlns:a16="http://schemas.microsoft.com/office/drawing/2014/main" id="{F2A6E657-4FD7-A46C-3204-C21EFF3871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ysClr val="window" lastClr="FFFFFF">
                <a:alpha val="70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grpSp>
      <p:sp>
        <p:nvSpPr>
          <p:cNvPr id="23" name="Rectangle 12">
            <a:extLst>
              <a:ext uri="{FF2B5EF4-FFF2-40B4-BE49-F238E27FC236}">
                <a16:creationId xmlns:a16="http://schemas.microsoft.com/office/drawing/2014/main" id="{7B0EBDEF-9CBE-EF91-0CE7-8D0CD0DD3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514600"/>
            <a:ext cx="12192000" cy="1828800"/>
          </a:xfrm>
          <a:prstGeom prst="rect">
            <a:avLst/>
          </a:prstGeom>
          <a:solidFill>
            <a:srgbClr val="E8E8E8"/>
          </a:solidFill>
          <a:ln w="1905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Titel 1">
            <a:extLst>
              <a:ext uri="{FF2B5EF4-FFF2-40B4-BE49-F238E27FC236}">
                <a16:creationId xmlns:a16="http://schemas.microsoft.com/office/drawing/2014/main" id="{2D1E74AC-3F5B-35C7-14F8-5E79265E19A8}"/>
              </a:ext>
            </a:extLst>
          </p:cNvPr>
          <p:cNvSpPr txBox="1">
            <a:spLocks/>
          </p:cNvSpPr>
          <p:nvPr/>
        </p:nvSpPr>
        <p:spPr>
          <a:xfrm>
            <a:off x="1524000" y="2776538"/>
            <a:ext cx="9144000" cy="138118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4000" b="0" i="0" u="none" strike="noStrike" kern="1200" cap="none" spc="0" normalizeH="0" baseline="0" noProof="0" dirty="0">
                <a:ln>
                  <a:noFill/>
                </a:ln>
                <a:solidFill>
                  <a:srgbClr val="0E2841"/>
                </a:solidFill>
                <a:effectLst/>
                <a:uLnTx/>
                <a:uFillTx/>
                <a:latin typeface="Aptos Display" panose="02110004020202020204"/>
                <a:ea typeface="+mj-ea"/>
                <a:cs typeface="+mj-cs"/>
              </a:rPr>
              <a:t>Projektplan</a:t>
            </a:r>
          </a:p>
        </p:txBody>
      </p:sp>
    </p:spTree>
    <p:extLst>
      <p:ext uri="{BB962C8B-B14F-4D97-AF65-F5344CB8AC3E}">
        <p14:creationId xmlns:p14="http://schemas.microsoft.com/office/powerpoint/2010/main" val="3549354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a:extLst>
            <a:ext uri="{FF2B5EF4-FFF2-40B4-BE49-F238E27FC236}">
              <a16:creationId xmlns:a16="http://schemas.microsoft.com/office/drawing/2014/main" id="{7408A947-7D4C-1ED8-C214-1A600AE667D4}"/>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A1CA1AD-EBD5-E0BC-58F2-C1AEF196577C}"/>
              </a:ext>
            </a:extLst>
          </p:cNvPr>
          <p:cNvSpPr>
            <a:spLocks noGrp="1"/>
          </p:cNvSpPr>
          <p:nvPr>
            <p:ph type="sldNum" sz="quarter" idx="12"/>
          </p:nvPr>
        </p:nvSpPr>
        <p:spPr/>
        <p:txBody>
          <a:bodyPr/>
          <a:lstStyle/>
          <a:p>
            <a:fld id="{BBF5BBE7-E33E-4363-976A-4A648584451E}" type="slidenum">
              <a:rPr lang="de-DE" smtClean="0">
                <a:solidFill>
                  <a:schemeClr val="bg1"/>
                </a:solidFill>
              </a:rPr>
              <a:t>7</a:t>
            </a:fld>
            <a:endParaRPr lang="de-DE" dirty="0">
              <a:solidFill>
                <a:schemeClr val="bg1"/>
              </a:solidFill>
            </a:endParaRPr>
          </a:p>
        </p:txBody>
      </p:sp>
      <p:grpSp>
        <p:nvGrpSpPr>
          <p:cNvPr id="5" name="Group 7">
            <a:extLst>
              <a:ext uri="{FF2B5EF4-FFF2-40B4-BE49-F238E27FC236}">
                <a16:creationId xmlns:a16="http://schemas.microsoft.com/office/drawing/2014/main" id="{829B1918-6CCC-2E1D-8435-CF0411450C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6" name="Oval 5">
              <a:extLst>
                <a:ext uri="{FF2B5EF4-FFF2-40B4-BE49-F238E27FC236}">
                  <a16:creationId xmlns:a16="http://schemas.microsoft.com/office/drawing/2014/main" id="{A4B6EF32-C5F9-492F-B4BB-FC535D66994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7" name="Oval 9">
              <a:extLst>
                <a:ext uri="{FF2B5EF4-FFF2-40B4-BE49-F238E27FC236}">
                  <a16:creationId xmlns:a16="http://schemas.microsoft.com/office/drawing/2014/main" id="{993AAE49-3A1E-D241-A208-ABD7345E973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8" name="Oval 5">
              <a:extLst>
                <a:ext uri="{FF2B5EF4-FFF2-40B4-BE49-F238E27FC236}">
                  <a16:creationId xmlns:a16="http://schemas.microsoft.com/office/drawing/2014/main" id="{CFF4C24C-8B70-5710-9559-DEC0ABF4484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bg1">
                <a:alpha val="70000"/>
              </a:schemeClr>
            </a:solidFill>
            <a:ln>
              <a:solidFill>
                <a:schemeClr val="tx1"/>
              </a:solidFill>
            </a:ln>
          </p:spPr>
          <p:txBody>
            <a:bodyPr/>
            <a:lstStyle/>
            <a:p>
              <a:endParaRPr lang="en-US"/>
            </a:p>
          </p:txBody>
        </p:sp>
      </p:grpSp>
      <p:sp>
        <p:nvSpPr>
          <p:cNvPr id="9" name="Rectangle 12">
            <a:extLst>
              <a:ext uri="{FF2B5EF4-FFF2-40B4-BE49-F238E27FC236}">
                <a16:creationId xmlns:a16="http://schemas.microsoft.com/office/drawing/2014/main" id="{22C91222-6522-BE0C-67A9-BB9E8856B8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itel 1">
            <a:extLst>
              <a:ext uri="{FF2B5EF4-FFF2-40B4-BE49-F238E27FC236}">
                <a16:creationId xmlns:a16="http://schemas.microsoft.com/office/drawing/2014/main" id="{63868A12-9F58-28A1-ADA3-488824DF49D1}"/>
              </a:ext>
            </a:extLst>
          </p:cNvPr>
          <p:cNvSpPr txBox="1">
            <a:spLocks/>
          </p:cNvSpPr>
          <p:nvPr/>
        </p:nvSpPr>
        <p:spPr>
          <a:xfrm>
            <a:off x="87086" y="498348"/>
            <a:ext cx="6008914" cy="1381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4000" dirty="0"/>
              <a:t>Meilensteine </a:t>
            </a:r>
          </a:p>
        </p:txBody>
      </p:sp>
      <p:sp>
        <p:nvSpPr>
          <p:cNvPr id="12" name="Textplatzhalter 3">
            <a:extLst>
              <a:ext uri="{FF2B5EF4-FFF2-40B4-BE49-F238E27FC236}">
                <a16:creationId xmlns:a16="http://schemas.microsoft.com/office/drawing/2014/main" id="{A5074614-E49B-9572-7F8F-D1ECB09FF350}"/>
              </a:ext>
            </a:extLst>
          </p:cNvPr>
          <p:cNvSpPr>
            <a:spLocks noGrp="1"/>
          </p:cNvSpPr>
          <p:nvPr>
            <p:ph idx="1"/>
          </p:nvPr>
        </p:nvSpPr>
        <p:spPr>
          <a:xfrm>
            <a:off x="0" y="1825624"/>
            <a:ext cx="6096000" cy="5032376"/>
          </a:xfrm>
        </p:spPr>
        <p:txBody>
          <a:bodyPr rtlCol="0" anchor="t"/>
          <a:lstStyle>
            <a:defPPr>
              <a:defRPr lang="de-DE"/>
            </a:defPPr>
          </a:lstStyle>
          <a:p>
            <a:r>
              <a:rPr lang="de-DE" dirty="0"/>
              <a:t>Notwendige Koordinatensysteme festgelegt </a:t>
            </a:r>
            <a:r>
              <a:rPr lang="de-DE" dirty="0">
                <a:sym typeface="Wingdings" panose="05000000000000000000" pitchFamily="2" charset="2"/>
              </a:rPr>
              <a:t> April 6</a:t>
            </a:r>
          </a:p>
          <a:p>
            <a:r>
              <a:rPr lang="de-DE" dirty="0" err="1">
                <a:sym typeface="Wingdings" panose="05000000000000000000" pitchFamily="2" charset="2"/>
              </a:rPr>
              <a:t>Bounding</a:t>
            </a:r>
            <a:r>
              <a:rPr lang="de-DE" dirty="0">
                <a:sym typeface="Wingdings" panose="05000000000000000000" pitchFamily="2" charset="2"/>
              </a:rPr>
              <a:t> Box festgelegt  April 27</a:t>
            </a:r>
          </a:p>
          <a:p>
            <a:r>
              <a:rPr lang="de-DE" dirty="0">
                <a:sym typeface="Wingdings" panose="05000000000000000000" pitchFamily="2" charset="2"/>
              </a:rPr>
              <a:t>Ausgabe der prädizierten Position  im Weltkoordinatensystem  May 11</a:t>
            </a:r>
          </a:p>
          <a:p>
            <a:r>
              <a:rPr lang="de-DE" dirty="0">
                <a:sym typeface="Wingdings" panose="05000000000000000000" pitchFamily="2" charset="2"/>
              </a:rPr>
              <a:t>Regelung auf einen vorgebaren Punkt im Weltkoordinatensystem  May 25</a:t>
            </a:r>
          </a:p>
          <a:p>
            <a:r>
              <a:rPr lang="de-DE" dirty="0">
                <a:sym typeface="Wingdings" panose="05000000000000000000" pitchFamily="2" charset="2"/>
              </a:rPr>
              <a:t> Sortierte Objekte abgelegt  June 8</a:t>
            </a:r>
          </a:p>
          <a:p>
            <a:r>
              <a:rPr lang="de-DE" dirty="0">
                <a:sym typeface="Wingdings" panose="05000000000000000000" pitchFamily="2" charset="2"/>
              </a:rPr>
              <a:t>Erfolgsrate von 90% </a:t>
            </a:r>
            <a:r>
              <a:rPr lang="de-DE">
                <a:sym typeface="Wingdings" panose="05000000000000000000" pitchFamily="2" charset="2"/>
              </a:rPr>
              <a:t>eingehalten  	   </a:t>
            </a:r>
            <a:r>
              <a:rPr lang="de-DE" dirty="0">
                <a:sym typeface="Wingdings" panose="05000000000000000000" pitchFamily="2" charset="2"/>
              </a:rPr>
              <a:t>June 22  </a:t>
            </a:r>
            <a:endParaRPr lang="de-DE" dirty="0"/>
          </a:p>
          <a:p>
            <a:endParaRPr lang="de-DE" dirty="0"/>
          </a:p>
        </p:txBody>
      </p:sp>
    </p:spTree>
    <p:extLst>
      <p:ext uri="{BB962C8B-B14F-4D97-AF65-F5344CB8AC3E}">
        <p14:creationId xmlns:p14="http://schemas.microsoft.com/office/powerpoint/2010/main" val="1787427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a:extLst>
            <a:ext uri="{FF2B5EF4-FFF2-40B4-BE49-F238E27FC236}">
              <a16:creationId xmlns:a16="http://schemas.microsoft.com/office/drawing/2014/main" id="{83292C41-3404-8884-A59B-FF6FE4F663F0}"/>
            </a:ext>
          </a:extLst>
        </p:cNvPr>
        <p:cNvGrpSpPr/>
        <p:nvPr/>
      </p:nvGrpSpPr>
      <p:grpSpPr>
        <a:xfrm>
          <a:off x="0" y="0"/>
          <a:ext cx="0" cy="0"/>
          <a:chOff x="0" y="0"/>
          <a:chExt cx="0" cy="0"/>
        </a:xfrm>
      </p:grpSpPr>
      <p:grpSp>
        <p:nvGrpSpPr>
          <p:cNvPr id="5" name="Group 7">
            <a:extLst>
              <a:ext uri="{FF2B5EF4-FFF2-40B4-BE49-F238E27FC236}">
                <a16:creationId xmlns:a16="http://schemas.microsoft.com/office/drawing/2014/main" id="{EBF14137-12CC-F308-ADD9-941AC81E3C1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6" name="Oval 5">
              <a:extLst>
                <a:ext uri="{FF2B5EF4-FFF2-40B4-BE49-F238E27FC236}">
                  <a16:creationId xmlns:a16="http://schemas.microsoft.com/office/drawing/2014/main" id="{0F4D2E32-A3CD-1818-805D-58A8ED7F854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7" name="Oval 9">
              <a:extLst>
                <a:ext uri="{FF2B5EF4-FFF2-40B4-BE49-F238E27FC236}">
                  <a16:creationId xmlns:a16="http://schemas.microsoft.com/office/drawing/2014/main" id="{BCD8AD89-708C-0D21-3D54-0C9FB0DBCD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8" name="Oval 5">
              <a:extLst>
                <a:ext uri="{FF2B5EF4-FFF2-40B4-BE49-F238E27FC236}">
                  <a16:creationId xmlns:a16="http://schemas.microsoft.com/office/drawing/2014/main" id="{4160E7C0-CE1C-B4F2-7FE9-1C4518C9243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bg1">
                <a:alpha val="70000"/>
              </a:schemeClr>
            </a:solidFill>
            <a:ln>
              <a:solidFill>
                <a:schemeClr val="tx1"/>
              </a:solidFill>
            </a:ln>
          </p:spPr>
          <p:txBody>
            <a:bodyPr/>
            <a:lstStyle/>
            <a:p>
              <a:endParaRPr lang="en-US"/>
            </a:p>
          </p:txBody>
        </p:sp>
      </p:grpSp>
      <p:sp>
        <p:nvSpPr>
          <p:cNvPr id="9" name="Rectangle 12">
            <a:extLst>
              <a:ext uri="{FF2B5EF4-FFF2-40B4-BE49-F238E27FC236}">
                <a16:creationId xmlns:a16="http://schemas.microsoft.com/office/drawing/2014/main" id="{DE516FFB-8FD1-3AD0-E868-DBA2F283A36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Grafik 2">
            <a:extLst>
              <a:ext uri="{FF2B5EF4-FFF2-40B4-BE49-F238E27FC236}">
                <a16:creationId xmlns:a16="http://schemas.microsoft.com/office/drawing/2014/main" id="{1ED73CD1-7547-D3DE-B153-7A7291090247}"/>
              </a:ext>
            </a:extLst>
          </p:cNvPr>
          <p:cNvPicPr>
            <a:picLocks noChangeAspect="1"/>
          </p:cNvPicPr>
          <p:nvPr/>
        </p:nvPicPr>
        <p:blipFill>
          <a:blip r:embed="rId2"/>
          <a:stretch>
            <a:fillRect/>
          </a:stretch>
        </p:blipFill>
        <p:spPr>
          <a:xfrm>
            <a:off x="334665" y="71107"/>
            <a:ext cx="11522670" cy="6715787"/>
          </a:xfrm>
          <a:prstGeom prst="rect">
            <a:avLst/>
          </a:prstGeom>
        </p:spPr>
      </p:pic>
      <p:sp>
        <p:nvSpPr>
          <p:cNvPr id="4" name="Foliennummernplatzhalter 3">
            <a:extLst>
              <a:ext uri="{FF2B5EF4-FFF2-40B4-BE49-F238E27FC236}">
                <a16:creationId xmlns:a16="http://schemas.microsoft.com/office/drawing/2014/main" id="{37F4C5E2-DF78-D887-622D-1C86485A0F12}"/>
              </a:ext>
            </a:extLst>
          </p:cNvPr>
          <p:cNvSpPr>
            <a:spLocks noGrp="1"/>
          </p:cNvSpPr>
          <p:nvPr>
            <p:ph type="sldNum" sz="quarter" idx="12"/>
          </p:nvPr>
        </p:nvSpPr>
        <p:spPr/>
        <p:txBody>
          <a:bodyPr/>
          <a:lstStyle/>
          <a:p>
            <a:fld id="{BBF5BBE7-E33E-4363-976A-4A648584451E}" type="slidenum">
              <a:rPr lang="de-DE" smtClean="0">
                <a:solidFill>
                  <a:schemeClr val="bg1"/>
                </a:solidFill>
              </a:rPr>
              <a:t>8</a:t>
            </a:fld>
            <a:endParaRPr lang="de-DE" dirty="0">
              <a:solidFill>
                <a:schemeClr val="bg1"/>
              </a:solidFill>
            </a:endParaRPr>
          </a:p>
        </p:txBody>
      </p:sp>
    </p:spTree>
    <p:extLst>
      <p:ext uri="{BB962C8B-B14F-4D97-AF65-F5344CB8AC3E}">
        <p14:creationId xmlns:p14="http://schemas.microsoft.com/office/powerpoint/2010/main" val="1736585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a:extLst>
            <a:ext uri="{FF2B5EF4-FFF2-40B4-BE49-F238E27FC236}">
              <a16:creationId xmlns:a16="http://schemas.microsoft.com/office/drawing/2014/main" id="{DC8CC062-59F2-7FD2-69CA-FE6D0A5970CF}"/>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87FEDE2D-0112-6C2F-D465-2440849E161E}"/>
              </a:ext>
            </a:extLst>
          </p:cNvPr>
          <p:cNvSpPr>
            <a:spLocks noGrp="1"/>
          </p:cNvSpPr>
          <p:nvPr>
            <p:ph type="sldNum" sz="quarter" idx="12"/>
          </p:nvPr>
        </p:nvSpPr>
        <p:spPr/>
        <p:txBody>
          <a:bodyPr/>
          <a:lstStyle/>
          <a:p>
            <a:fld id="{BBF5BBE7-E33E-4363-976A-4A648584451E}" type="slidenum">
              <a:rPr lang="de-DE" smtClean="0">
                <a:solidFill>
                  <a:schemeClr val="bg1"/>
                </a:solidFill>
              </a:rPr>
              <a:t>9</a:t>
            </a:fld>
            <a:endParaRPr lang="de-DE" dirty="0">
              <a:solidFill>
                <a:schemeClr val="bg1"/>
              </a:solidFill>
            </a:endParaRPr>
          </a:p>
        </p:txBody>
      </p:sp>
      <p:grpSp>
        <p:nvGrpSpPr>
          <p:cNvPr id="19" name="Group 7">
            <a:extLst>
              <a:ext uri="{FF2B5EF4-FFF2-40B4-BE49-F238E27FC236}">
                <a16:creationId xmlns:a16="http://schemas.microsoft.com/office/drawing/2014/main" id="{70DA34D3-6325-446F-6947-12C0002B189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20" name="Oval 5">
              <a:extLst>
                <a:ext uri="{FF2B5EF4-FFF2-40B4-BE49-F238E27FC236}">
                  <a16:creationId xmlns:a16="http://schemas.microsoft.com/office/drawing/2014/main" id="{FE943FC3-E68D-607A-B199-3BB5ADB4023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1" name="Oval 9">
              <a:extLst>
                <a:ext uri="{FF2B5EF4-FFF2-40B4-BE49-F238E27FC236}">
                  <a16:creationId xmlns:a16="http://schemas.microsoft.com/office/drawing/2014/main" id="{3735BF5A-4010-D6F0-68D3-B8FFC47BC3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2" name="Oval 5">
              <a:extLst>
                <a:ext uri="{FF2B5EF4-FFF2-40B4-BE49-F238E27FC236}">
                  <a16:creationId xmlns:a16="http://schemas.microsoft.com/office/drawing/2014/main" id="{F26A0ADD-0D5E-C9D1-4224-B2B97C7015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ysClr val="window" lastClr="FFFFFF">
                <a:alpha val="70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grpSp>
      <p:sp>
        <p:nvSpPr>
          <p:cNvPr id="23" name="Rectangle 12">
            <a:extLst>
              <a:ext uri="{FF2B5EF4-FFF2-40B4-BE49-F238E27FC236}">
                <a16:creationId xmlns:a16="http://schemas.microsoft.com/office/drawing/2014/main" id="{70E7F002-74E1-CE48-F72C-7B14D9F8C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514600"/>
            <a:ext cx="12192000" cy="1828800"/>
          </a:xfrm>
          <a:prstGeom prst="rect">
            <a:avLst/>
          </a:prstGeom>
          <a:solidFill>
            <a:srgbClr val="E8E8E8"/>
          </a:solidFill>
          <a:ln w="1905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Titel 1">
            <a:extLst>
              <a:ext uri="{FF2B5EF4-FFF2-40B4-BE49-F238E27FC236}">
                <a16:creationId xmlns:a16="http://schemas.microsoft.com/office/drawing/2014/main" id="{37DD88C7-C573-EC16-BE94-46E6F040D029}"/>
              </a:ext>
            </a:extLst>
          </p:cNvPr>
          <p:cNvSpPr txBox="1">
            <a:spLocks/>
          </p:cNvSpPr>
          <p:nvPr/>
        </p:nvSpPr>
        <p:spPr>
          <a:xfrm>
            <a:off x="1524000" y="2776538"/>
            <a:ext cx="9144000" cy="138118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4000" b="0" i="0" u="none" strike="noStrike" kern="1200" cap="none" spc="0" normalizeH="0" baseline="0" noProof="0" dirty="0">
                <a:ln>
                  <a:noFill/>
                </a:ln>
                <a:solidFill>
                  <a:srgbClr val="0E2841"/>
                </a:solidFill>
                <a:effectLst/>
                <a:uLnTx/>
                <a:uFillTx/>
                <a:latin typeface="Aptos Display" panose="02110004020202020204"/>
                <a:ea typeface="+mj-ea"/>
                <a:cs typeface="+mj-cs"/>
              </a:rPr>
              <a:t>Programmstruktur</a:t>
            </a:r>
          </a:p>
        </p:txBody>
      </p:sp>
    </p:spTree>
    <p:extLst>
      <p:ext uri="{BB962C8B-B14F-4D97-AF65-F5344CB8AC3E}">
        <p14:creationId xmlns:p14="http://schemas.microsoft.com/office/powerpoint/2010/main" val="406541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a:extLst>
            <a:ext uri="{FF2B5EF4-FFF2-40B4-BE49-F238E27FC236}">
              <a16:creationId xmlns:a16="http://schemas.microsoft.com/office/drawing/2014/main" id="{2EA015A6-CE7C-30B3-36CE-B5117E6FF0A9}"/>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9F3051E8-11D8-38FC-21B0-D34949FC827C}"/>
              </a:ext>
            </a:extLst>
          </p:cNvPr>
          <p:cNvSpPr>
            <a:spLocks noGrp="1"/>
          </p:cNvSpPr>
          <p:nvPr>
            <p:ph type="sldNum" sz="quarter" idx="12"/>
          </p:nvPr>
        </p:nvSpPr>
        <p:spPr/>
        <p:txBody>
          <a:bodyPr/>
          <a:lstStyle/>
          <a:p>
            <a:fld id="{BBF5BBE7-E33E-4363-976A-4A648584451E}" type="slidenum">
              <a:rPr lang="de-DE" smtClean="0">
                <a:solidFill>
                  <a:schemeClr val="bg1"/>
                </a:solidFill>
              </a:rPr>
              <a:t>10</a:t>
            </a:fld>
            <a:endParaRPr lang="de-DE" dirty="0">
              <a:solidFill>
                <a:schemeClr val="bg1"/>
              </a:solidFill>
            </a:endParaRPr>
          </a:p>
        </p:txBody>
      </p:sp>
      <p:grpSp>
        <p:nvGrpSpPr>
          <p:cNvPr id="5" name="Group 7">
            <a:extLst>
              <a:ext uri="{FF2B5EF4-FFF2-40B4-BE49-F238E27FC236}">
                <a16:creationId xmlns:a16="http://schemas.microsoft.com/office/drawing/2014/main" id="{5C7CBE85-DDD2-D28F-98E7-B6D14E90DD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6" name="Oval 5">
              <a:extLst>
                <a:ext uri="{FF2B5EF4-FFF2-40B4-BE49-F238E27FC236}">
                  <a16:creationId xmlns:a16="http://schemas.microsoft.com/office/drawing/2014/main" id="{38D204AC-E3AF-8CCD-C5DE-76B39275D1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7" name="Oval 9">
              <a:extLst>
                <a:ext uri="{FF2B5EF4-FFF2-40B4-BE49-F238E27FC236}">
                  <a16:creationId xmlns:a16="http://schemas.microsoft.com/office/drawing/2014/main" id="{BE24755B-0DCA-D92A-3066-DB61611071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8" name="Oval 5">
              <a:extLst>
                <a:ext uri="{FF2B5EF4-FFF2-40B4-BE49-F238E27FC236}">
                  <a16:creationId xmlns:a16="http://schemas.microsoft.com/office/drawing/2014/main" id="{7D3236EF-F5D2-504F-B0F3-BC03F1C287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bg1">
                <a:alpha val="70000"/>
              </a:schemeClr>
            </a:solidFill>
            <a:ln>
              <a:solidFill>
                <a:schemeClr val="tx1"/>
              </a:solidFill>
            </a:ln>
          </p:spPr>
          <p:txBody>
            <a:bodyPr/>
            <a:lstStyle/>
            <a:p>
              <a:endParaRPr lang="en-US"/>
            </a:p>
          </p:txBody>
        </p:sp>
      </p:grpSp>
      <p:sp>
        <p:nvSpPr>
          <p:cNvPr id="9" name="Rectangle 12">
            <a:extLst>
              <a:ext uri="{FF2B5EF4-FFF2-40B4-BE49-F238E27FC236}">
                <a16:creationId xmlns:a16="http://schemas.microsoft.com/office/drawing/2014/main" id="{24527C75-B8B1-4F5D-533A-1C690EBCA61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Grafik 2">
            <a:extLst>
              <a:ext uri="{FF2B5EF4-FFF2-40B4-BE49-F238E27FC236}">
                <a16:creationId xmlns:a16="http://schemas.microsoft.com/office/drawing/2014/main" id="{A4B2955F-892B-D79D-EDA8-3FF183BFAAE1}"/>
              </a:ext>
            </a:extLst>
          </p:cNvPr>
          <p:cNvPicPr>
            <a:picLocks noChangeAspect="1"/>
          </p:cNvPicPr>
          <p:nvPr/>
        </p:nvPicPr>
        <p:blipFill>
          <a:blip r:embed="rId2"/>
          <a:stretch>
            <a:fillRect/>
          </a:stretch>
        </p:blipFill>
        <p:spPr>
          <a:xfrm>
            <a:off x="1313551" y="0"/>
            <a:ext cx="9564898" cy="6858000"/>
          </a:xfrm>
          <a:prstGeom prst="rect">
            <a:avLst/>
          </a:prstGeom>
        </p:spPr>
      </p:pic>
    </p:spTree>
    <p:extLst>
      <p:ext uri="{BB962C8B-B14F-4D97-AF65-F5344CB8AC3E}">
        <p14:creationId xmlns:p14="http://schemas.microsoft.com/office/powerpoint/2010/main" val="10248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a:extLst>
            <a:ext uri="{FF2B5EF4-FFF2-40B4-BE49-F238E27FC236}">
              <a16:creationId xmlns:a16="http://schemas.microsoft.com/office/drawing/2014/main" id="{1413E7DD-C39D-948C-9B7F-09FDDBDD59F4}"/>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A85408E7-DE3A-145D-6015-6E4852B778BD}"/>
              </a:ext>
            </a:extLst>
          </p:cNvPr>
          <p:cNvSpPr>
            <a:spLocks noGrp="1"/>
          </p:cNvSpPr>
          <p:nvPr>
            <p:ph type="sldNum" sz="quarter" idx="12"/>
          </p:nvPr>
        </p:nvSpPr>
        <p:spPr/>
        <p:txBody>
          <a:bodyPr/>
          <a:lstStyle/>
          <a:p>
            <a:fld id="{BBF5BBE7-E33E-4363-976A-4A648584451E}" type="slidenum">
              <a:rPr lang="de-DE" smtClean="0">
                <a:solidFill>
                  <a:schemeClr val="bg1"/>
                </a:solidFill>
              </a:rPr>
              <a:t>11</a:t>
            </a:fld>
            <a:endParaRPr lang="de-DE" dirty="0">
              <a:solidFill>
                <a:schemeClr val="bg1"/>
              </a:solidFill>
            </a:endParaRPr>
          </a:p>
        </p:txBody>
      </p:sp>
      <p:grpSp>
        <p:nvGrpSpPr>
          <p:cNvPr id="19" name="Group 7">
            <a:extLst>
              <a:ext uri="{FF2B5EF4-FFF2-40B4-BE49-F238E27FC236}">
                <a16:creationId xmlns:a16="http://schemas.microsoft.com/office/drawing/2014/main" id="{90FD087E-8EE9-D383-50EA-B864B331075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20" name="Oval 5">
              <a:extLst>
                <a:ext uri="{FF2B5EF4-FFF2-40B4-BE49-F238E27FC236}">
                  <a16:creationId xmlns:a16="http://schemas.microsoft.com/office/drawing/2014/main" id="{23042954-361B-0A13-9C2F-71E7564D609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1" name="Oval 9">
              <a:extLst>
                <a:ext uri="{FF2B5EF4-FFF2-40B4-BE49-F238E27FC236}">
                  <a16:creationId xmlns:a16="http://schemas.microsoft.com/office/drawing/2014/main" id="{58C64892-BA1F-F08D-1878-777EAB29827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ysClr val="window" lastClr="FFFFFF">
                <a:alpha val="55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sp>
          <p:nvSpPr>
            <p:cNvPr id="22" name="Oval 5">
              <a:extLst>
                <a:ext uri="{FF2B5EF4-FFF2-40B4-BE49-F238E27FC236}">
                  <a16:creationId xmlns:a16="http://schemas.microsoft.com/office/drawing/2014/main" id="{B24CD84C-6E62-289C-97D0-3A3DD5F03E5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ysClr val="window" lastClr="FFFFFF">
                <a:alpha val="70000"/>
              </a:sysClr>
            </a:solidFill>
            <a:ln>
              <a:solidFill>
                <a:sysClr val="windowText" lastClr="00000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ndParaRPr>
            </a:p>
          </p:txBody>
        </p:sp>
      </p:grpSp>
      <p:sp>
        <p:nvSpPr>
          <p:cNvPr id="23" name="Rectangle 12">
            <a:extLst>
              <a:ext uri="{FF2B5EF4-FFF2-40B4-BE49-F238E27FC236}">
                <a16:creationId xmlns:a16="http://schemas.microsoft.com/office/drawing/2014/main" id="{2E717C45-9308-EB47-5E67-87E9950B4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514600"/>
            <a:ext cx="12192000" cy="1828800"/>
          </a:xfrm>
          <a:prstGeom prst="rect">
            <a:avLst/>
          </a:prstGeom>
          <a:solidFill>
            <a:srgbClr val="E8E8E8"/>
          </a:solidFill>
          <a:ln w="1905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Titel 1">
            <a:extLst>
              <a:ext uri="{FF2B5EF4-FFF2-40B4-BE49-F238E27FC236}">
                <a16:creationId xmlns:a16="http://schemas.microsoft.com/office/drawing/2014/main" id="{12C85354-C342-BC46-7AE8-EC55E0910E67}"/>
              </a:ext>
            </a:extLst>
          </p:cNvPr>
          <p:cNvSpPr txBox="1">
            <a:spLocks/>
          </p:cNvSpPr>
          <p:nvPr/>
        </p:nvSpPr>
        <p:spPr>
          <a:xfrm>
            <a:off x="1524000" y="2776538"/>
            <a:ext cx="9144000" cy="138118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4000" b="0" i="0" u="none" strike="noStrike" kern="1200" cap="none" spc="0" normalizeH="0" baseline="0" noProof="0" dirty="0">
                <a:ln>
                  <a:noFill/>
                </a:ln>
                <a:solidFill>
                  <a:srgbClr val="0E2841"/>
                </a:solidFill>
                <a:effectLst/>
                <a:uLnTx/>
                <a:uFillTx/>
                <a:latin typeface="Aptos Display" panose="02110004020202020204"/>
                <a:ea typeface="+mj-ea"/>
                <a:cs typeface="+mj-cs"/>
              </a:rPr>
              <a:t>Aufgabenverteilung</a:t>
            </a:r>
          </a:p>
        </p:txBody>
      </p:sp>
    </p:spTree>
    <p:extLst>
      <p:ext uri="{BB962C8B-B14F-4D97-AF65-F5344CB8AC3E}">
        <p14:creationId xmlns:p14="http://schemas.microsoft.com/office/powerpoint/2010/main" val="766751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a:extLst>
            <a:ext uri="{FF2B5EF4-FFF2-40B4-BE49-F238E27FC236}">
              <a16:creationId xmlns:a16="http://schemas.microsoft.com/office/drawing/2014/main" id="{639CA920-2A0D-5248-069C-EEDBA8821F40}"/>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33EF1F4-1507-9971-B6F2-09178D30A1B9}"/>
              </a:ext>
            </a:extLst>
          </p:cNvPr>
          <p:cNvSpPr>
            <a:spLocks noGrp="1"/>
          </p:cNvSpPr>
          <p:nvPr>
            <p:ph type="sldNum" sz="quarter" idx="12"/>
          </p:nvPr>
        </p:nvSpPr>
        <p:spPr/>
        <p:txBody>
          <a:bodyPr/>
          <a:lstStyle/>
          <a:p>
            <a:fld id="{BBF5BBE7-E33E-4363-976A-4A648584451E}" type="slidenum">
              <a:rPr lang="de-DE" smtClean="0">
                <a:solidFill>
                  <a:schemeClr val="bg1"/>
                </a:solidFill>
              </a:rPr>
              <a:t>12</a:t>
            </a:fld>
            <a:endParaRPr lang="de-DE" dirty="0">
              <a:solidFill>
                <a:schemeClr val="bg1"/>
              </a:solidFill>
            </a:endParaRPr>
          </a:p>
        </p:txBody>
      </p:sp>
      <p:grpSp>
        <p:nvGrpSpPr>
          <p:cNvPr id="5" name="Group 7">
            <a:extLst>
              <a:ext uri="{FF2B5EF4-FFF2-40B4-BE49-F238E27FC236}">
                <a16:creationId xmlns:a16="http://schemas.microsoft.com/office/drawing/2014/main" id="{42670A17-252F-30C2-4723-DCDD5E7A54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6" name="Oval 5">
              <a:extLst>
                <a:ext uri="{FF2B5EF4-FFF2-40B4-BE49-F238E27FC236}">
                  <a16:creationId xmlns:a16="http://schemas.microsoft.com/office/drawing/2014/main" id="{3D6C2BD6-4490-0D8D-2F90-F25D069EA6A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7" name="Oval 9">
              <a:extLst>
                <a:ext uri="{FF2B5EF4-FFF2-40B4-BE49-F238E27FC236}">
                  <a16:creationId xmlns:a16="http://schemas.microsoft.com/office/drawing/2014/main" id="{78C3C7FC-6F09-2AF5-8C4C-862461D5131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bg1">
                <a:alpha val="55000"/>
              </a:schemeClr>
            </a:solidFill>
            <a:ln>
              <a:solidFill>
                <a:schemeClr val="tx1"/>
              </a:solidFill>
            </a:ln>
          </p:spPr>
          <p:txBody>
            <a:bodyPr/>
            <a:lstStyle/>
            <a:p>
              <a:endParaRPr lang="en-US"/>
            </a:p>
          </p:txBody>
        </p:sp>
        <p:sp>
          <p:nvSpPr>
            <p:cNvPr id="8" name="Oval 5">
              <a:extLst>
                <a:ext uri="{FF2B5EF4-FFF2-40B4-BE49-F238E27FC236}">
                  <a16:creationId xmlns:a16="http://schemas.microsoft.com/office/drawing/2014/main" id="{C5449AAE-669F-1467-B8A6-7819DFDB627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bg1">
                <a:alpha val="70000"/>
              </a:schemeClr>
            </a:solidFill>
            <a:ln>
              <a:solidFill>
                <a:schemeClr val="tx1"/>
              </a:solidFill>
            </a:ln>
          </p:spPr>
          <p:txBody>
            <a:bodyPr/>
            <a:lstStyle/>
            <a:p>
              <a:endParaRPr lang="en-US"/>
            </a:p>
          </p:txBody>
        </p:sp>
      </p:grpSp>
      <p:sp>
        <p:nvSpPr>
          <p:cNvPr id="9" name="Rectangle 12">
            <a:extLst>
              <a:ext uri="{FF2B5EF4-FFF2-40B4-BE49-F238E27FC236}">
                <a16:creationId xmlns:a16="http://schemas.microsoft.com/office/drawing/2014/main" id="{38F3D89C-74EB-57F8-60B4-25706F3E3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itel 1">
            <a:extLst>
              <a:ext uri="{FF2B5EF4-FFF2-40B4-BE49-F238E27FC236}">
                <a16:creationId xmlns:a16="http://schemas.microsoft.com/office/drawing/2014/main" id="{20C75194-5CFB-0695-8824-2B466F387FC7}"/>
              </a:ext>
            </a:extLst>
          </p:cNvPr>
          <p:cNvSpPr txBox="1">
            <a:spLocks/>
          </p:cNvSpPr>
          <p:nvPr/>
        </p:nvSpPr>
        <p:spPr>
          <a:xfrm>
            <a:off x="87086" y="498348"/>
            <a:ext cx="6008914" cy="1381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4000" dirty="0"/>
              <a:t>Aufgabenverteilung</a:t>
            </a:r>
          </a:p>
        </p:txBody>
      </p:sp>
      <p:sp>
        <p:nvSpPr>
          <p:cNvPr id="12" name="Textplatzhalter 3">
            <a:extLst>
              <a:ext uri="{FF2B5EF4-FFF2-40B4-BE49-F238E27FC236}">
                <a16:creationId xmlns:a16="http://schemas.microsoft.com/office/drawing/2014/main" id="{2C58D5A1-396E-B0EB-BD1F-C55D72967496}"/>
              </a:ext>
            </a:extLst>
          </p:cNvPr>
          <p:cNvSpPr>
            <a:spLocks noGrp="1"/>
          </p:cNvSpPr>
          <p:nvPr>
            <p:ph idx="1"/>
          </p:nvPr>
        </p:nvSpPr>
        <p:spPr>
          <a:xfrm>
            <a:off x="0" y="1825625"/>
            <a:ext cx="6096000" cy="4351338"/>
          </a:xfrm>
        </p:spPr>
        <p:txBody>
          <a:bodyPr rtlCol="0" anchor="t"/>
          <a:lstStyle>
            <a:defPPr>
              <a:defRPr lang="de-DE"/>
            </a:defPPr>
          </a:lstStyle>
          <a:p>
            <a:r>
              <a:rPr lang="de-DE" dirty="0" err="1"/>
              <a:t>Yatheesh</a:t>
            </a:r>
            <a:r>
              <a:rPr lang="de-DE" dirty="0"/>
              <a:t> </a:t>
            </a:r>
            <a:r>
              <a:rPr lang="de-DE" dirty="0" err="1"/>
              <a:t>Sugumar</a:t>
            </a:r>
            <a:endParaRPr lang="de-DE" dirty="0"/>
          </a:p>
          <a:p>
            <a:pPr marL="0" indent="0">
              <a:buNone/>
            </a:pPr>
            <a:r>
              <a:rPr lang="de-DE" dirty="0"/>
              <a:t>	</a:t>
            </a:r>
            <a:r>
              <a:rPr lang="de-DE" dirty="0">
                <a:sym typeface="Wingdings" panose="05000000000000000000" pitchFamily="2" charset="2"/>
              </a:rPr>
              <a:t> Cam Node / Bildverarbeitung </a:t>
            </a:r>
            <a:endParaRPr lang="de-DE" dirty="0"/>
          </a:p>
          <a:p>
            <a:r>
              <a:rPr lang="de-DE" dirty="0"/>
              <a:t>Johannes </a:t>
            </a:r>
            <a:r>
              <a:rPr lang="de-DE" dirty="0" err="1"/>
              <a:t>sedlmayr</a:t>
            </a:r>
            <a:endParaRPr lang="de-DE" dirty="0"/>
          </a:p>
          <a:p>
            <a:pPr marL="0" indent="0">
              <a:buNone/>
            </a:pPr>
            <a:r>
              <a:rPr lang="de-DE" dirty="0"/>
              <a:t>	</a:t>
            </a:r>
            <a:r>
              <a:rPr lang="de-DE" dirty="0">
                <a:sym typeface="Wingdings" panose="05000000000000000000" pitchFamily="2" charset="2"/>
              </a:rPr>
              <a:t> Main Node </a:t>
            </a:r>
            <a:endParaRPr lang="de-DE" dirty="0"/>
          </a:p>
          <a:p>
            <a:r>
              <a:rPr lang="de-DE" dirty="0"/>
              <a:t>Marcel </a:t>
            </a:r>
            <a:r>
              <a:rPr lang="de-DE" dirty="0" err="1"/>
              <a:t>Kattirs</a:t>
            </a:r>
            <a:endParaRPr lang="de-DE" dirty="0"/>
          </a:p>
          <a:p>
            <a:pPr marL="0" indent="0">
              <a:buNone/>
            </a:pPr>
            <a:r>
              <a:rPr lang="de-DE" dirty="0"/>
              <a:t>	</a:t>
            </a:r>
            <a:r>
              <a:rPr lang="de-DE" dirty="0">
                <a:sym typeface="Wingdings" panose="05000000000000000000" pitchFamily="2" charset="2"/>
              </a:rPr>
              <a:t> Motion </a:t>
            </a:r>
            <a:r>
              <a:rPr lang="de-DE" dirty="0" err="1">
                <a:sym typeface="Wingdings" panose="05000000000000000000" pitchFamily="2" charset="2"/>
              </a:rPr>
              <a:t>Controler</a:t>
            </a:r>
            <a:r>
              <a:rPr lang="de-DE" dirty="0">
                <a:sym typeface="Wingdings" panose="05000000000000000000" pitchFamily="2" charset="2"/>
              </a:rPr>
              <a:t> Node </a:t>
            </a:r>
            <a:endParaRPr lang="de-DE" dirty="0"/>
          </a:p>
          <a:p>
            <a:r>
              <a:rPr lang="de-DE" dirty="0"/>
              <a:t>Test, Way </a:t>
            </a:r>
            <a:r>
              <a:rPr lang="de-DE" dirty="0" err="1"/>
              <a:t>predict</a:t>
            </a:r>
            <a:r>
              <a:rPr lang="de-DE" dirty="0"/>
              <a:t>  Node </a:t>
            </a:r>
          </a:p>
          <a:p>
            <a:pPr marL="0" indent="0">
              <a:buNone/>
            </a:pPr>
            <a:r>
              <a:rPr lang="de-DE" dirty="0"/>
              <a:t>	</a:t>
            </a:r>
            <a:r>
              <a:rPr lang="de-DE" dirty="0">
                <a:sym typeface="Wingdings" panose="05000000000000000000" pitchFamily="2" charset="2"/>
              </a:rPr>
              <a:t> zusammen </a:t>
            </a:r>
            <a:endParaRPr lang="de-DE" dirty="0"/>
          </a:p>
          <a:p>
            <a:endParaRPr lang="de-DE" dirty="0"/>
          </a:p>
        </p:txBody>
      </p:sp>
    </p:spTree>
    <p:extLst>
      <p:ext uri="{BB962C8B-B14F-4D97-AF65-F5344CB8AC3E}">
        <p14:creationId xmlns:p14="http://schemas.microsoft.com/office/powerpoint/2010/main" val="119144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A76EA-1FDF-098D-1732-936F0DB5B11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3E643C-57E8-6482-97DC-AE0E354A15FE}"/>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9A8E152B-23F8-B95D-BFCD-677074B60848}"/>
              </a:ext>
            </a:extLst>
          </p:cNvPr>
          <p:cNvSpPr>
            <a:spLocks noGrp="1"/>
          </p:cNvSpPr>
          <p:nvPr>
            <p:ph type="subTitle" idx="1"/>
          </p:nvPr>
        </p:nvSpPr>
        <p:spPr/>
        <p:txBody>
          <a:bodyPr/>
          <a:lstStyle/>
          <a:p>
            <a:endParaRPr lang="de-DE"/>
          </a:p>
        </p:txBody>
      </p:sp>
      <p:pic>
        <p:nvPicPr>
          <p:cNvPr id="1026" name="Picture 2" descr="A black-and-white illustration in the style of a precise pencil sketch shows a three-axis gantry robot spanning across the scene with a clean, technical aesthetic. The structure of the portal robot is rigid and geometric, composed of straight beams and linear guide rails, giving a clear impression of stability, precision, and industrial functionality. Fine pencil shading and cross-hatching emphasize the metallic surfaces and mechanical joints, creating depth while maintaining a minimalist engineering look.&#10;&#10;Beneath the gantry robot runs a straight conveyor belt, drawn with subtle perspective so that it leads the viewer’s eye through the composition. The conveyor belt surface is textured lightly, suggesting motion and practicality without distracting from the main subject. On the belt, several small flat plastic plates are arranged in an orderly manner, symbolizing the workpieces to be handled by the system.&#10;&#10;Centered above the conveyor belt, suspended from the vertical axis of the gantry, a single suction nozzle is shown hovering precisely over one plastic plate. The nozzle appears connected via a slim mechanical mount or tube, emphasizing the functional simplicity of the gripping system. The hovering position visually communicates the moment just before the plate is picked up, highlighting accuracy and controlled movement.&#10;&#10;On both sides of the conveyor belt, slightly behind the main working area, two simple industrial boxes are placed. One box represents accepted parts, the">
            <a:extLst>
              <a:ext uri="{FF2B5EF4-FFF2-40B4-BE49-F238E27FC236}">
                <a16:creationId xmlns:a16="http://schemas.microsoft.com/office/drawing/2014/main" id="{A9701F47-4BA7-44A8-0A9E-290B473F0E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10" t="5490" r="2605" b="6218"/>
          <a:stretch>
            <a:fillRect/>
          </a:stretch>
        </p:blipFill>
        <p:spPr bwMode="auto">
          <a:xfrm>
            <a:off x="0" y="-801957"/>
            <a:ext cx="12192000" cy="8461914"/>
          </a:xfrm>
          <a:prstGeom prst="rect">
            <a:avLst/>
          </a:prstGeom>
          <a:noFill/>
          <a:extLst>
            <a:ext uri="{909E8E84-426E-40DD-AFC4-6F175D3DCCD1}">
              <a14:hiddenFill xmlns:a14="http://schemas.microsoft.com/office/drawing/2010/main">
                <a:solidFill>
                  <a:srgbClr val="FFFFFF"/>
                </a:solidFill>
              </a14:hiddenFill>
            </a:ext>
          </a:extLst>
        </p:spPr>
      </p:pic>
      <p:sp>
        <p:nvSpPr>
          <p:cNvPr id="6" name="Titel 1">
            <a:extLst>
              <a:ext uri="{FF2B5EF4-FFF2-40B4-BE49-F238E27FC236}">
                <a16:creationId xmlns:a16="http://schemas.microsoft.com/office/drawing/2014/main" id="{BDC10C63-6955-DE1A-2192-C51C2C963E31}"/>
              </a:ext>
            </a:extLst>
          </p:cNvPr>
          <p:cNvSpPr txBox="1">
            <a:spLocks/>
          </p:cNvSpPr>
          <p:nvPr/>
        </p:nvSpPr>
        <p:spPr>
          <a:xfrm>
            <a:off x="432867" y="-379617"/>
            <a:ext cx="11326266" cy="1079640"/>
          </a:xfrm>
          <a:prstGeom prst="rect">
            <a:avLst/>
          </a:prstGeom>
          <a:noFill/>
        </p:spPr>
        <p:txBody>
          <a:bodyPr vert="horz" lIns="91440" tIns="45720" rIns="91440" bIns="45720" rtlCol="0" anchor="b">
            <a:normAutofit/>
          </a:bodyPr>
          <a:lstStyle>
            <a:defPPr>
              <a:defRPr lang="de-DE"/>
            </a:defPPr>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e-DE" sz="5400" dirty="0"/>
              <a:t>Vielen Dank für Ihre Aufmerksamkeit </a:t>
            </a:r>
          </a:p>
        </p:txBody>
      </p:sp>
      <p:sp>
        <p:nvSpPr>
          <p:cNvPr id="7" name="Untertitel 3">
            <a:extLst>
              <a:ext uri="{FF2B5EF4-FFF2-40B4-BE49-F238E27FC236}">
                <a16:creationId xmlns:a16="http://schemas.microsoft.com/office/drawing/2014/main" id="{133399C8-E2D5-9D04-8AE1-329DC12799BB}"/>
              </a:ext>
            </a:extLst>
          </p:cNvPr>
          <p:cNvSpPr txBox="1">
            <a:spLocks/>
          </p:cNvSpPr>
          <p:nvPr/>
        </p:nvSpPr>
        <p:spPr>
          <a:xfrm>
            <a:off x="1524000" y="2403152"/>
            <a:ext cx="8957021" cy="4454848"/>
          </a:xfrm>
          <a:prstGeom prst="rect">
            <a:avLst/>
          </a:prstGeom>
          <a:solidFill>
            <a:schemeClr val="bg1">
              <a:lumMod val="50000"/>
              <a:alpha val="50000"/>
            </a:schemeClr>
          </a:solidFill>
        </p:spPr>
        <p:txBody>
          <a:bodyPr vert="horz" lIns="91440" tIns="45720" rIns="91440" bIns="45720" rtlCol="0">
            <a:normAutofit/>
          </a:bodyPr>
          <a:lstStyle>
            <a:defPPr>
              <a:defRPr lang="de-DE"/>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de-DE" sz="4000" dirty="0"/>
              <a:t>Zusammenfassung der Themen: </a:t>
            </a:r>
          </a:p>
          <a:p>
            <a:pPr marL="342900" indent="-342900" algn="l">
              <a:buFont typeface="Arial" panose="020B0604020202020204" pitchFamily="34" charset="0"/>
              <a:buChar char="•"/>
            </a:pPr>
            <a:r>
              <a:rPr lang="de-DE" dirty="0"/>
              <a:t>Kurzvorstellung			Objekterkennung </a:t>
            </a:r>
          </a:p>
          <a:p>
            <a:pPr marL="342900" indent="-342900" algn="l">
              <a:buFont typeface="Arial" panose="020B0604020202020204" pitchFamily="34" charset="0"/>
              <a:buChar char="•"/>
            </a:pPr>
            <a:r>
              <a:rPr lang="de-DE" dirty="0">
                <a:cs typeface="Biome"/>
              </a:rPr>
              <a:t>Projektplan			Koordinaten Transfusion </a:t>
            </a:r>
          </a:p>
          <a:p>
            <a:pPr marL="342900" indent="-342900" algn="l">
              <a:buFont typeface="Arial" panose="020B0604020202020204" pitchFamily="34" charset="0"/>
              <a:buChar char="•"/>
            </a:pPr>
            <a:r>
              <a:rPr lang="de-DE" dirty="0"/>
              <a:t>Programmstruktur			Greifprozess </a:t>
            </a:r>
          </a:p>
          <a:p>
            <a:pPr marL="342900" indent="-342900" algn="l">
              <a:buFont typeface="Arial" panose="020B0604020202020204" pitchFamily="34" charset="0"/>
              <a:buChar char="•"/>
            </a:pPr>
            <a:r>
              <a:rPr lang="de-DE" dirty="0">
                <a:cs typeface="Biome"/>
              </a:rPr>
              <a:t>Aufgabenverteilung		Fehler Toleranzrate  </a:t>
            </a:r>
          </a:p>
          <a:p>
            <a:pPr marL="342900" indent="-342900" algn="l">
              <a:buFont typeface="Arial" panose="020B0604020202020204" pitchFamily="34" charset="0"/>
              <a:buChar char="•"/>
            </a:pPr>
            <a:endParaRPr lang="de-DE" dirty="0">
              <a:cs typeface="Biome"/>
            </a:endParaRPr>
          </a:p>
          <a:p>
            <a:pPr marL="342900" indent="-342900" algn="l">
              <a:buFont typeface="Arial" panose="020B0604020202020204" pitchFamily="34" charset="0"/>
              <a:buChar char="•"/>
            </a:pPr>
            <a:r>
              <a:rPr lang="de-DE" dirty="0" err="1">
                <a:cs typeface="Biome"/>
              </a:rPr>
              <a:t>PickME</a:t>
            </a:r>
            <a:endParaRPr lang="de-DE" dirty="0">
              <a:cs typeface="Biome"/>
            </a:endParaRPr>
          </a:p>
          <a:p>
            <a:pPr marL="342900" indent="-342900" algn="l">
              <a:buFont typeface="Arial" panose="020B0604020202020204" pitchFamily="34" charset="0"/>
              <a:buChar char="•"/>
            </a:pPr>
            <a:r>
              <a:rPr lang="en-GB" b="1" dirty="0"/>
              <a:t>P</a:t>
            </a:r>
            <a:r>
              <a:rPr lang="en-GB" dirty="0"/>
              <a:t>ick-and-</a:t>
            </a:r>
            <a:r>
              <a:rPr lang="en-GB" b="1" dirty="0"/>
              <a:t>I</a:t>
            </a:r>
            <a:r>
              <a:rPr lang="en-GB" dirty="0"/>
              <a:t>dentify </a:t>
            </a:r>
            <a:r>
              <a:rPr lang="en-GB" b="1" dirty="0"/>
              <a:t>C</a:t>
            </a:r>
            <a:r>
              <a:rPr lang="en-GB" dirty="0"/>
              <a:t>ontrol unit for </a:t>
            </a:r>
            <a:r>
              <a:rPr lang="en-GB" b="1" dirty="0"/>
              <a:t>K</a:t>
            </a:r>
            <a:r>
              <a:rPr lang="en-GB" dirty="0"/>
              <a:t>inetic </a:t>
            </a:r>
            <a:r>
              <a:rPr lang="en-GB" b="1" dirty="0"/>
              <a:t>M</a:t>
            </a:r>
            <a:r>
              <a:rPr lang="en-GB" dirty="0"/>
              <a:t>odules &amp; </a:t>
            </a:r>
            <a:r>
              <a:rPr lang="en-GB" b="1" dirty="0"/>
              <a:t>E</a:t>
            </a:r>
            <a:r>
              <a:rPr lang="en-GB" dirty="0"/>
              <a:t>ntities</a:t>
            </a:r>
            <a:endParaRPr lang="de-DE" dirty="0"/>
          </a:p>
          <a:p>
            <a:pPr algn="l"/>
            <a:endParaRPr lang="de-DE" dirty="0"/>
          </a:p>
          <a:p>
            <a:pPr algn="l"/>
            <a:endParaRPr lang="de-DE" sz="2800" dirty="0"/>
          </a:p>
        </p:txBody>
      </p:sp>
    </p:spTree>
    <p:extLst>
      <p:ext uri="{BB962C8B-B14F-4D97-AF65-F5344CB8AC3E}">
        <p14:creationId xmlns:p14="http://schemas.microsoft.com/office/powerpoint/2010/main" val="21754081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201</Words>
  <Application>Microsoft Office PowerPoint</Application>
  <PresentationFormat>Breitbild</PresentationFormat>
  <Paragraphs>64</Paragraphs>
  <Slides>13</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13</vt:i4>
      </vt:variant>
    </vt:vector>
  </HeadingPairs>
  <TitlesOfParts>
    <vt:vector size="19" baseType="lpstr">
      <vt:lpstr>Aptos</vt:lpstr>
      <vt:lpstr>Aptos Display</vt:lpstr>
      <vt:lpstr>Arial</vt:lpstr>
      <vt:lpstr>Biome</vt:lpstr>
      <vt:lpstr>Wingdings</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Johannes Sedlmayr</dc:creator>
  <cp:lastModifiedBy>Johannes Sedlmayr</cp:lastModifiedBy>
  <cp:revision>7</cp:revision>
  <dcterms:created xsi:type="dcterms:W3CDTF">2026-03-23T19:11:33Z</dcterms:created>
  <dcterms:modified xsi:type="dcterms:W3CDTF">2026-03-29T18:06:14Z</dcterms:modified>
</cp:coreProperties>
</file>